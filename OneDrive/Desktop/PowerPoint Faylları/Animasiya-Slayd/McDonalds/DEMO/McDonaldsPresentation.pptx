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5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94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AE5C-4D0D-4DDC-2CDF-EE247E4C1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624E1-EA5B-B850-4EC2-3E5A54FDE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BB7F6-18DC-3DF0-4D4A-083E02CFE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989F-942C-44D7-BCD6-9A967111AFC1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33A66-DD44-F5F7-79AF-9E309AA5D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7E19B-0B80-8864-C468-C0423504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29CDF-E84D-4A1E-A0B7-88843EA532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3575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F3A51-7CCC-3E8F-70DA-8E95CAF8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1C5BB-6DDD-72BA-544F-47E5DF415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528CE-4868-5F75-8335-2E7407ED9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989F-942C-44D7-BCD6-9A967111AFC1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6D96E-EC59-40C6-1AB5-BFD9E1612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B6292-922E-D94A-D719-8B252937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29CDF-E84D-4A1E-A0B7-88843EA532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15087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CFB7-1FF8-2CA7-1A52-9CEDCC79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77E7D-85D2-939F-37C9-853AEB7C6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8F5BE-5467-9786-67B9-60BFDEAA1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989F-942C-44D7-BCD6-9A967111AFC1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81B8B-C526-AD7F-5569-3422D1BEA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6488E-30DD-9AE5-DF5C-2905FEC6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29CDF-E84D-4A1E-A0B7-88843EA532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035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9457-91C9-0BCA-0A9E-7EDD362D4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4F63D-A07C-7495-EF47-31DBF84ED0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07694-C7DA-354C-5C20-77F2BB99C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327C0-6937-C0D9-F618-F339C913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989F-942C-44D7-BCD6-9A967111AFC1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F4209-3226-35F3-2BD6-94B09EE7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5F9A4-66BD-B294-FD47-F964F019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29CDF-E84D-4A1E-A0B7-88843EA532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3582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E835D-3FF0-787C-B95D-5917BD442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D4753-1447-5BF2-C2A3-F9B73DDAD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BCDB7-4065-DAC3-E82D-BEF8B6F42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B88295-85C6-0350-29D1-68D0E61F6E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FEC47-8748-3CE2-1D67-97605CB322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7AC206-91CF-13FC-249D-43FF8A6BC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989F-942C-44D7-BCD6-9A967111AFC1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6CFE0-099C-1FBD-105F-6BC0A9F73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3BFAEB-7469-BAB3-6ED0-683CBF371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29CDF-E84D-4A1E-A0B7-88843EA532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2972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1479A-0290-4269-A912-B1E82949F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0D2C1-1B95-6DCE-9BAE-279417D5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989F-942C-44D7-BCD6-9A967111AFC1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23884-3A16-1BF9-2E03-9A05B5EE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DFAF9-711D-BCA6-635E-8CE8F9D58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29CDF-E84D-4A1E-A0B7-88843EA532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9585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7AF61A-C832-2A66-D5BA-79A1D5DFF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989F-942C-44D7-BCD6-9A967111AFC1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2735D7-A59C-6E83-1545-868710829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47AD1-5D7F-CDAB-8D77-FC3457FC4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29CDF-E84D-4A1E-A0B7-88843EA532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7939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911B-61B6-DA57-A5B0-124FCF51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D8523-5A3D-1B37-90C3-CAF514BDE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3A061-B8B6-5108-A267-89EFE4407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8C406-372F-6081-C17E-ED9BF4254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989F-942C-44D7-BCD6-9A967111AFC1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8D42B-9CFC-82E4-67EC-9C72BEACE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551D0-B0B7-F08D-AA27-688755240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29CDF-E84D-4A1E-A0B7-88843EA532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0202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1B4B9-C392-5BDE-656F-1317FE37C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A0B7E-29F5-02AD-C92C-8DFB81665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3AEDA-48E5-DD18-57E3-CD82AB2D5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0ECF0-D7DA-ACBA-6EA8-A36B969B0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989F-942C-44D7-BCD6-9A967111AFC1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51549-1081-A30C-3D42-FDC28A3F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2FCDA-33D9-3344-A85A-9406867F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29CDF-E84D-4A1E-A0B7-88843EA532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7578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F8FE-B97D-B172-146F-0AEE76923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D7777-49AD-1424-7B9B-F92A8FD5C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624DB-6A70-80BA-949A-12DD1AE8A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989F-942C-44D7-BCD6-9A967111AFC1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86BF6-4505-C9E4-D8CF-CA82C562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D3472-2239-5A1C-CD98-5C3D2B7DE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29CDF-E84D-4A1E-A0B7-88843EA532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8405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D91B68-DD98-FA25-5480-D198ECB0C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B9C8C-FED6-78CB-A80A-B856B6084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45B43-B61E-799B-3024-70315E1A3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989F-942C-44D7-BCD6-9A967111AFC1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81F9E-140D-6F80-2D5B-8449C1047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AA09F-408A-0683-6D2B-DEEB54AB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29CDF-E84D-4A1E-A0B7-88843EA532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948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AD7F8-7CE2-57D8-83E1-7B971680E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D6BFD-9F8D-CBFB-0DA9-012EB10E2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10A29-8270-B307-02A5-FBF6D8A9C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4989F-942C-44D7-BCD6-9A967111AFC1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9AF43-350F-9A8E-8A46-E38E0D30C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B68DC-B638-6357-B67B-20A2AA0A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29CDF-E84D-4A1E-A0B7-88843EA532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813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mp"/><Relationship Id="rId3" Type="http://schemas.openxmlformats.org/officeDocument/2006/relationships/image" Target="../media/image2.png"/><Relationship Id="rId7" Type="http://schemas.openxmlformats.org/officeDocument/2006/relationships/image" Target="../media/image6.tmp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Relationship Id="rId9" Type="http://schemas.openxmlformats.org/officeDocument/2006/relationships/image" Target="../media/image8.tm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mp"/><Relationship Id="rId3" Type="http://schemas.openxmlformats.org/officeDocument/2006/relationships/image" Target="../media/image2.png"/><Relationship Id="rId7" Type="http://schemas.openxmlformats.org/officeDocument/2006/relationships/image" Target="../media/image6.tmp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Relationship Id="rId9" Type="http://schemas.openxmlformats.org/officeDocument/2006/relationships/image" Target="../media/image8.tm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mp"/><Relationship Id="rId3" Type="http://schemas.openxmlformats.org/officeDocument/2006/relationships/image" Target="../media/image2.png"/><Relationship Id="rId7" Type="http://schemas.openxmlformats.org/officeDocument/2006/relationships/image" Target="../media/image6.tmp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Relationship Id="rId9" Type="http://schemas.openxmlformats.org/officeDocument/2006/relationships/image" Target="../media/image8.tm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mp"/><Relationship Id="rId3" Type="http://schemas.openxmlformats.org/officeDocument/2006/relationships/image" Target="../media/image2.png"/><Relationship Id="rId7" Type="http://schemas.openxmlformats.org/officeDocument/2006/relationships/image" Target="../media/image6.tmp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Relationship Id="rId9" Type="http://schemas.openxmlformats.org/officeDocument/2006/relationships/image" Target="../media/image8.tm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mp"/><Relationship Id="rId3" Type="http://schemas.openxmlformats.org/officeDocument/2006/relationships/image" Target="../media/image2.png"/><Relationship Id="rId7" Type="http://schemas.openxmlformats.org/officeDocument/2006/relationships/image" Target="../media/image6.tmp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Relationship Id="rId9" Type="http://schemas.openxmlformats.org/officeDocument/2006/relationships/image" Target="../media/image8.tm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mp"/><Relationship Id="rId3" Type="http://schemas.openxmlformats.org/officeDocument/2006/relationships/image" Target="../media/image2.png"/><Relationship Id="rId7" Type="http://schemas.openxmlformats.org/officeDocument/2006/relationships/image" Target="../media/image7.tmp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tmp"/><Relationship Id="rId11" Type="http://schemas.openxmlformats.org/officeDocument/2006/relationships/image" Target="../media/image10.tmp"/><Relationship Id="rId5" Type="http://schemas.openxmlformats.org/officeDocument/2006/relationships/image" Target="../media/image4.tmp"/><Relationship Id="rId10" Type="http://schemas.openxmlformats.org/officeDocument/2006/relationships/image" Target="../media/image9.tmp"/><Relationship Id="rId4" Type="http://schemas.openxmlformats.org/officeDocument/2006/relationships/image" Target="../media/image3.tmp"/><Relationship Id="rId9" Type="http://schemas.openxmlformats.org/officeDocument/2006/relationships/image" Target="../media/image5.tm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mp"/><Relationship Id="rId3" Type="http://schemas.openxmlformats.org/officeDocument/2006/relationships/image" Target="../media/image2.png"/><Relationship Id="rId7" Type="http://schemas.openxmlformats.org/officeDocument/2006/relationships/image" Target="../media/image7.tmp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tmp"/><Relationship Id="rId11" Type="http://schemas.openxmlformats.org/officeDocument/2006/relationships/image" Target="../media/image10.tmp"/><Relationship Id="rId5" Type="http://schemas.openxmlformats.org/officeDocument/2006/relationships/image" Target="../media/image4.tmp"/><Relationship Id="rId10" Type="http://schemas.openxmlformats.org/officeDocument/2006/relationships/image" Target="../media/image9.tmp"/><Relationship Id="rId4" Type="http://schemas.openxmlformats.org/officeDocument/2006/relationships/image" Target="../media/image3.tmp"/><Relationship Id="rId9" Type="http://schemas.openxmlformats.org/officeDocument/2006/relationships/image" Target="../media/image5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tmp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tmp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tmp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tmp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tmp"/><Relationship Id="rId5" Type="http://schemas.openxmlformats.org/officeDocument/2006/relationships/image" Target="../media/image2.png"/><Relationship Id="rId10" Type="http://schemas.openxmlformats.org/officeDocument/2006/relationships/image" Target="../media/image11.png"/><Relationship Id="rId4" Type="http://schemas.openxmlformats.org/officeDocument/2006/relationships/image" Target="../media/image1.jpg"/><Relationship Id="rId9" Type="http://schemas.openxmlformats.org/officeDocument/2006/relationships/image" Target="../media/image10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uilding with a sign on it&#10;&#10;AI-generated content may be incorrect.">
            <a:extLst>
              <a:ext uri="{FF2B5EF4-FFF2-40B4-BE49-F238E27FC236}">
                <a16:creationId xmlns:a16="http://schemas.microsoft.com/office/drawing/2014/main" id="{3B1CF06E-FDE0-F717-3EFB-50CF9368D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/>
        </p:blipFill>
        <p:spPr>
          <a:xfrm>
            <a:off x="0" y="2188029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8F23A4-8AFD-A7C8-E245-D685D5E87B5C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EA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Block Arc 3">
            <a:extLst>
              <a:ext uri="{FF2B5EF4-FFF2-40B4-BE49-F238E27FC236}">
                <a16:creationId xmlns:a16="http://schemas.microsoft.com/office/drawing/2014/main" id="{1F84BB86-7FA3-B4C2-DB69-11B3CF582A05}"/>
              </a:ext>
            </a:extLst>
          </p:cNvPr>
          <p:cNvSpPr/>
          <p:nvPr/>
        </p:nvSpPr>
        <p:spPr>
          <a:xfrm>
            <a:off x="-4122138" y="3429000"/>
            <a:ext cx="20436271" cy="15365897"/>
          </a:xfrm>
          <a:prstGeom prst="blockArc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5" name="Picture 14" descr="A red and yellow logo&#10;&#10;AI-generated content may be incorrect.">
            <a:extLst>
              <a:ext uri="{FF2B5EF4-FFF2-40B4-BE49-F238E27FC236}">
                <a16:creationId xmlns:a16="http://schemas.microsoft.com/office/drawing/2014/main" id="{2F42E700-49CE-D5E4-3119-13231F95F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391" y="353785"/>
            <a:ext cx="3075215" cy="30752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855B3F-983C-9CBD-A125-36B2807F96A3}"/>
              </a:ext>
            </a:extLst>
          </p:cNvPr>
          <p:cNvSpPr txBox="1"/>
          <p:nvPr/>
        </p:nvSpPr>
        <p:spPr>
          <a:xfrm>
            <a:off x="4241344" y="4801579"/>
            <a:ext cx="37093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/>
              <a:t>McDonald's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075DB4-A45F-FF0D-578A-1E9F92FB2C1A}"/>
              </a:ext>
            </a:extLst>
          </p:cNvPr>
          <p:cNvSpPr txBox="1"/>
          <p:nvPr/>
        </p:nvSpPr>
        <p:spPr>
          <a:xfrm>
            <a:off x="1866897" y="-2188028"/>
            <a:ext cx="845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1940-cı </a:t>
            </a:r>
            <a:r>
              <a:rPr lang="en-GB" sz="2400" dirty="0" err="1">
                <a:solidFill>
                  <a:srgbClr val="FF0000"/>
                </a:solidFill>
              </a:rPr>
              <a:t>ildə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qurulan</a:t>
            </a:r>
            <a:r>
              <a:rPr lang="en-GB" sz="2400" dirty="0">
                <a:solidFill>
                  <a:srgbClr val="FF0000"/>
                </a:solidFill>
              </a:rPr>
              <a:t> "McDonald's" </a:t>
            </a:r>
            <a:r>
              <a:rPr lang="en-GB" sz="2400" dirty="0" err="1">
                <a:solidFill>
                  <a:srgbClr val="FF0000"/>
                </a:solidFill>
              </a:rPr>
              <a:t>dünyanın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məşhur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restoran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brendidir</a:t>
            </a:r>
            <a:r>
              <a:rPr lang="en-GB" sz="2400" dirty="0">
                <a:solidFill>
                  <a:srgbClr val="FF0000"/>
                </a:solidFill>
              </a:rPr>
              <a:t>. 36 000-dən </a:t>
            </a:r>
            <a:r>
              <a:rPr lang="en-GB" sz="2400" dirty="0" err="1">
                <a:solidFill>
                  <a:srgbClr val="FF0000"/>
                </a:solidFill>
              </a:rPr>
              <a:t>çox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yerdə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yerləşən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restoranlarla</a:t>
            </a:r>
            <a:r>
              <a:rPr lang="en-GB" sz="2400" dirty="0">
                <a:solidFill>
                  <a:srgbClr val="FF0000"/>
                </a:solidFill>
              </a:rPr>
              <a:t> McDonald's 119 </a:t>
            </a:r>
            <a:r>
              <a:rPr lang="en-GB" sz="2400" dirty="0" err="1">
                <a:solidFill>
                  <a:srgbClr val="FF0000"/>
                </a:solidFill>
              </a:rPr>
              <a:t>ölkədə</a:t>
            </a:r>
            <a:r>
              <a:rPr lang="en-GB" sz="2400" dirty="0">
                <a:solidFill>
                  <a:srgbClr val="FF0000"/>
                </a:solidFill>
              </a:rPr>
              <a:t> 1,9 </a:t>
            </a:r>
            <a:r>
              <a:rPr lang="en-GB" sz="2400" dirty="0" err="1">
                <a:solidFill>
                  <a:srgbClr val="FF0000"/>
                </a:solidFill>
              </a:rPr>
              <a:t>milyon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adam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i</a:t>
            </a:r>
            <a:r>
              <a:rPr lang="az-Latn-AZ" sz="2400" dirty="0">
                <a:solidFill>
                  <a:srgbClr val="FF0000"/>
                </a:solidFill>
              </a:rPr>
              <a:t>şləyir.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8165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uilding with a sign on it&#10;&#10;AI-generated content may be incorrect.">
            <a:extLst>
              <a:ext uri="{FF2B5EF4-FFF2-40B4-BE49-F238E27FC236}">
                <a16:creationId xmlns:a16="http://schemas.microsoft.com/office/drawing/2014/main" id="{3B1CF06E-FDE0-F717-3EFB-50CF9368D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/>
        </p:blipFill>
        <p:spPr>
          <a:xfrm>
            <a:off x="0" y="2188029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8F23A4-8AFD-A7C8-E245-D685D5E87B5C}"/>
              </a:ext>
            </a:extLst>
          </p:cNvPr>
          <p:cNvSpPr/>
          <p:nvPr/>
        </p:nvSpPr>
        <p:spPr>
          <a:xfrm>
            <a:off x="0" y="-6858000"/>
            <a:ext cx="12192000" cy="6858000"/>
          </a:xfrm>
          <a:prstGeom prst="rect">
            <a:avLst/>
          </a:prstGeom>
          <a:solidFill>
            <a:srgbClr val="EA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Block Arc 3">
            <a:extLst>
              <a:ext uri="{FF2B5EF4-FFF2-40B4-BE49-F238E27FC236}">
                <a16:creationId xmlns:a16="http://schemas.microsoft.com/office/drawing/2014/main" id="{1F84BB86-7FA3-B4C2-DB69-11B3CF582A05}"/>
              </a:ext>
            </a:extLst>
          </p:cNvPr>
          <p:cNvSpPr/>
          <p:nvPr/>
        </p:nvSpPr>
        <p:spPr>
          <a:xfrm>
            <a:off x="-4122139" y="-1587864"/>
            <a:ext cx="20436271" cy="15365897"/>
          </a:xfrm>
          <a:prstGeom prst="blockArc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5" name="Picture 14" descr="A red and yellow logo&#10;&#10;AI-generated content may be incorrect.">
            <a:extLst>
              <a:ext uri="{FF2B5EF4-FFF2-40B4-BE49-F238E27FC236}">
                <a16:creationId xmlns:a16="http://schemas.microsoft.com/office/drawing/2014/main" id="{2F42E700-49CE-D5E4-3119-13231F95F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392" y="-6504215"/>
            <a:ext cx="3075215" cy="30752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855B3F-983C-9CBD-A125-36B2807F96A3}"/>
              </a:ext>
            </a:extLst>
          </p:cNvPr>
          <p:cNvSpPr txBox="1"/>
          <p:nvPr/>
        </p:nvSpPr>
        <p:spPr>
          <a:xfrm>
            <a:off x="4241345" y="-2056421"/>
            <a:ext cx="37093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/>
              <a:t>McDonald's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075DB4-A45F-FF0D-578A-1E9F92FB2C1A}"/>
              </a:ext>
            </a:extLst>
          </p:cNvPr>
          <p:cNvSpPr txBox="1"/>
          <p:nvPr/>
        </p:nvSpPr>
        <p:spPr>
          <a:xfrm>
            <a:off x="1866896" y="563694"/>
            <a:ext cx="845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1940-cı </a:t>
            </a:r>
            <a:r>
              <a:rPr lang="en-GB" sz="2400" dirty="0" err="1">
                <a:solidFill>
                  <a:srgbClr val="FF0000"/>
                </a:solidFill>
              </a:rPr>
              <a:t>ildə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qurulan</a:t>
            </a:r>
            <a:r>
              <a:rPr lang="en-GB" sz="2400" dirty="0">
                <a:solidFill>
                  <a:srgbClr val="FF0000"/>
                </a:solidFill>
              </a:rPr>
              <a:t> "McDonald's" </a:t>
            </a:r>
            <a:r>
              <a:rPr lang="en-GB" sz="2400" dirty="0" err="1">
                <a:solidFill>
                  <a:srgbClr val="FF0000"/>
                </a:solidFill>
              </a:rPr>
              <a:t>dünyanın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məşhur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restoran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brendidir</a:t>
            </a:r>
            <a:r>
              <a:rPr lang="en-GB" sz="2400" dirty="0">
                <a:solidFill>
                  <a:srgbClr val="FF0000"/>
                </a:solidFill>
              </a:rPr>
              <a:t>. 36 000-dən </a:t>
            </a:r>
            <a:r>
              <a:rPr lang="en-GB" sz="2400" dirty="0" err="1">
                <a:solidFill>
                  <a:srgbClr val="FF0000"/>
                </a:solidFill>
              </a:rPr>
              <a:t>çox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yerdə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yerləşən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restoranlarla</a:t>
            </a:r>
            <a:r>
              <a:rPr lang="en-GB" sz="2400" dirty="0">
                <a:solidFill>
                  <a:srgbClr val="FF0000"/>
                </a:solidFill>
              </a:rPr>
              <a:t> McDonald's 119 </a:t>
            </a:r>
            <a:r>
              <a:rPr lang="en-GB" sz="2400" dirty="0" err="1">
                <a:solidFill>
                  <a:srgbClr val="FF0000"/>
                </a:solidFill>
              </a:rPr>
              <a:t>ölkədə</a:t>
            </a:r>
            <a:r>
              <a:rPr lang="en-GB" sz="2400" dirty="0">
                <a:solidFill>
                  <a:srgbClr val="FF0000"/>
                </a:solidFill>
              </a:rPr>
              <a:t> 1,9 </a:t>
            </a:r>
            <a:r>
              <a:rPr lang="en-GB" sz="2400" dirty="0" err="1">
                <a:solidFill>
                  <a:srgbClr val="FF0000"/>
                </a:solidFill>
              </a:rPr>
              <a:t>milyon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adam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i</a:t>
            </a:r>
            <a:r>
              <a:rPr lang="az-Latn-AZ" sz="2400" dirty="0">
                <a:solidFill>
                  <a:srgbClr val="FF0000"/>
                </a:solidFill>
              </a:rPr>
              <a:t>şləyir.</a:t>
            </a: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10" name="Picture 9" descr="A red container with french fries&#10;&#10;AI-generated content may be incorrect.">
            <a:extLst>
              <a:ext uri="{FF2B5EF4-FFF2-40B4-BE49-F238E27FC236}">
                <a16:creationId xmlns:a16="http://schemas.microsoft.com/office/drawing/2014/main" id="{EE8E2B40-13FE-21E6-2748-9FD609970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183" y="9803007"/>
            <a:ext cx="2117623" cy="2862100"/>
          </a:xfrm>
          <a:prstGeom prst="rect">
            <a:avLst/>
          </a:prstGeom>
        </p:spPr>
      </p:pic>
      <p:pic>
        <p:nvPicPr>
          <p:cNvPr id="12" name="Picture 11" descr="A hamburger and french fries and a happy meal&#10;&#10;AI-generated content may be incorrect.">
            <a:extLst>
              <a:ext uri="{FF2B5EF4-FFF2-40B4-BE49-F238E27FC236}">
                <a16:creationId xmlns:a16="http://schemas.microsoft.com/office/drawing/2014/main" id="{9B5B7600-2D9B-56B2-3507-7A92F43066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644" y="9803007"/>
            <a:ext cx="2996261" cy="2862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5C6EF3-B8CF-57EB-39F5-F0748AF06909}"/>
              </a:ext>
            </a:extLst>
          </p:cNvPr>
          <p:cNvSpPr txBox="1"/>
          <p:nvPr/>
        </p:nvSpPr>
        <p:spPr>
          <a:xfrm>
            <a:off x="3107867" y="-3028082"/>
            <a:ext cx="5976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McDonald’s</a:t>
            </a:r>
            <a:r>
              <a:rPr lang="az-Latn-AZ" sz="2800" dirty="0"/>
              <a:t>-ın çox çeşidli yeməkləri olsa da, ən əsas yeməkləri bunlardır:</a:t>
            </a:r>
            <a:endParaRPr lang="en-GB" sz="2800" dirty="0"/>
          </a:p>
        </p:txBody>
      </p:sp>
      <p:pic>
        <p:nvPicPr>
          <p:cNvPr id="20" name="Picture 19" descr="A cheeseburger with a bun&#10;&#10;AI-generated content may be incorrect.">
            <a:extLst>
              <a:ext uri="{FF2B5EF4-FFF2-40B4-BE49-F238E27FC236}">
                <a16:creationId xmlns:a16="http://schemas.microsoft.com/office/drawing/2014/main" id="{35468DB3-2038-4314-7CC8-4CB74833DB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3" t="14247" r="8388" b="16392"/>
          <a:stretch/>
        </p:blipFill>
        <p:spPr>
          <a:xfrm>
            <a:off x="1608032" y="10232129"/>
            <a:ext cx="2603504" cy="1849394"/>
          </a:xfrm>
          <a:prstGeom prst="rect">
            <a:avLst/>
          </a:prstGeom>
        </p:spPr>
      </p:pic>
      <p:pic>
        <p:nvPicPr>
          <p:cNvPr id="22" name="Picture 21" descr="A hamburger with ketchup and mustard&#10;&#10;AI-generated content may be incorrect.">
            <a:extLst>
              <a:ext uri="{FF2B5EF4-FFF2-40B4-BE49-F238E27FC236}">
                <a16:creationId xmlns:a16="http://schemas.microsoft.com/office/drawing/2014/main" id="{1500EC23-6552-13B7-EF3E-8919DD7B98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6" t="6621" r="8608" b="14152"/>
          <a:stretch/>
        </p:blipFill>
        <p:spPr>
          <a:xfrm>
            <a:off x="1641338" y="10239928"/>
            <a:ext cx="2536891" cy="1841595"/>
          </a:xfrm>
          <a:prstGeom prst="rect">
            <a:avLst/>
          </a:prstGeom>
        </p:spPr>
      </p:pic>
      <p:pic>
        <p:nvPicPr>
          <p:cNvPr id="18" name="Picture 17" descr="A double cheeseburger with lettuce and pickles&#10;&#10;AI-generated content may be incorrect.">
            <a:extLst>
              <a:ext uri="{FF2B5EF4-FFF2-40B4-BE49-F238E27FC236}">
                <a16:creationId xmlns:a16="http://schemas.microsoft.com/office/drawing/2014/main" id="{92676360-55BA-29C3-80D7-227EB66492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80" b="6287"/>
          <a:stretch/>
        </p:blipFill>
        <p:spPr>
          <a:xfrm>
            <a:off x="1539189" y="10210931"/>
            <a:ext cx="2663125" cy="2132532"/>
          </a:xfrm>
          <a:prstGeom prst="rect">
            <a:avLst/>
          </a:prstGeom>
        </p:spPr>
      </p:pic>
      <p:pic>
        <p:nvPicPr>
          <p:cNvPr id="8" name="Picture 7" descr="A double cheeseburger with multiple patties&#10;&#10;AI-generated content may be incorrect.">
            <a:extLst>
              <a:ext uri="{FF2B5EF4-FFF2-40B4-BE49-F238E27FC236}">
                <a16:creationId xmlns:a16="http://schemas.microsoft.com/office/drawing/2014/main" id="{C8DA3F37-DF43-8568-CFAB-EC6E0E46FA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96" t="11153" r="-1" b="8817"/>
          <a:stretch/>
        </p:blipFill>
        <p:spPr>
          <a:xfrm>
            <a:off x="1578221" y="10193413"/>
            <a:ext cx="2663124" cy="208128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FCB8EE7-DC67-CBC9-9662-7E2FC6DC4EE8}"/>
              </a:ext>
            </a:extLst>
          </p:cNvPr>
          <p:cNvSpPr txBox="1"/>
          <p:nvPr/>
        </p:nvSpPr>
        <p:spPr>
          <a:xfrm>
            <a:off x="1085658" y="-1249755"/>
            <a:ext cx="2070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Burgerlər</a:t>
            </a:r>
            <a:endParaRPr lang="en-GB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8849CD-19CC-CBE5-A861-9098BBDC7517}"/>
              </a:ext>
            </a:extLst>
          </p:cNvPr>
          <p:cNvSpPr txBox="1"/>
          <p:nvPr/>
        </p:nvSpPr>
        <p:spPr>
          <a:xfrm>
            <a:off x="5037182" y="-1249755"/>
            <a:ext cx="186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Kartof frilər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2E8290-84A5-5CFD-681B-2F16EB46EABB}"/>
              </a:ext>
            </a:extLst>
          </p:cNvPr>
          <p:cNvSpPr txBox="1"/>
          <p:nvPr/>
        </p:nvSpPr>
        <p:spPr>
          <a:xfrm>
            <a:off x="8482519" y="-1249755"/>
            <a:ext cx="2464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Kombo Menyular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BA49E2-D46D-A1D3-03DF-CC95C86F8F98}"/>
              </a:ext>
            </a:extLst>
          </p:cNvPr>
          <p:cNvSpPr txBox="1"/>
          <p:nvPr/>
        </p:nvSpPr>
        <p:spPr>
          <a:xfrm>
            <a:off x="635586" y="9196676"/>
            <a:ext cx="112127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 dirty="0" err="1">
                <a:effectLst/>
                <a:latin typeface="Roboto" panose="02000000000000000000" pitchFamily="2" charset="0"/>
              </a:rPr>
              <a:t>Burgerlər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bütün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dünyada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uşaqlı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böyüklü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kəs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tərəfindən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çox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sevilir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çox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tez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hazırlanır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aya</a:t>
            </a:r>
            <a:r>
              <a:rPr lang="az-Latn-AZ" sz="2800" b="0" i="0" dirty="0">
                <a:effectLst/>
                <a:latin typeface="Roboto" panose="02000000000000000000" pitchFamily="2" charset="0"/>
              </a:rPr>
              <a:t>q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üstü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yeyilə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bilir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də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dadlı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olur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Qısaca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cəhətdən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əlverişlidir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4902344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uilding with a sign on it&#10;&#10;AI-generated content may be incorrect.">
            <a:extLst>
              <a:ext uri="{FF2B5EF4-FFF2-40B4-BE49-F238E27FC236}">
                <a16:creationId xmlns:a16="http://schemas.microsoft.com/office/drawing/2014/main" id="{3B1CF06E-FDE0-F717-3EFB-50CF9368D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/>
        </p:blipFill>
        <p:spPr>
          <a:xfrm>
            <a:off x="0" y="-7646089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8F23A4-8AFD-A7C8-E245-D685D5E87B5C}"/>
              </a:ext>
            </a:extLst>
          </p:cNvPr>
          <p:cNvSpPr/>
          <p:nvPr/>
        </p:nvSpPr>
        <p:spPr>
          <a:xfrm>
            <a:off x="59566" y="-7176138"/>
            <a:ext cx="12192000" cy="6858000"/>
          </a:xfrm>
          <a:prstGeom prst="rect">
            <a:avLst/>
          </a:prstGeom>
          <a:solidFill>
            <a:srgbClr val="EA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Block Arc 3">
            <a:extLst>
              <a:ext uri="{FF2B5EF4-FFF2-40B4-BE49-F238E27FC236}">
                <a16:creationId xmlns:a16="http://schemas.microsoft.com/office/drawing/2014/main" id="{1F84BB86-7FA3-B4C2-DB69-11B3CF582A05}"/>
              </a:ext>
            </a:extLst>
          </p:cNvPr>
          <p:cNvSpPr/>
          <p:nvPr/>
        </p:nvSpPr>
        <p:spPr>
          <a:xfrm>
            <a:off x="-4122139" y="-11421982"/>
            <a:ext cx="20436271" cy="15365897"/>
          </a:xfrm>
          <a:prstGeom prst="blockArc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5" name="Picture 14" descr="A red and yellow logo&#10;&#10;AI-generated content may be incorrect.">
            <a:extLst>
              <a:ext uri="{FF2B5EF4-FFF2-40B4-BE49-F238E27FC236}">
                <a16:creationId xmlns:a16="http://schemas.microsoft.com/office/drawing/2014/main" id="{2F42E700-49CE-D5E4-3119-13231F95F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392" y="-6504215"/>
            <a:ext cx="3075215" cy="30752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855B3F-983C-9CBD-A125-36B2807F96A3}"/>
              </a:ext>
            </a:extLst>
          </p:cNvPr>
          <p:cNvSpPr txBox="1"/>
          <p:nvPr/>
        </p:nvSpPr>
        <p:spPr>
          <a:xfrm>
            <a:off x="4241345" y="-2056421"/>
            <a:ext cx="37093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/>
              <a:t>McDonald's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075DB4-A45F-FF0D-578A-1E9F92FB2C1A}"/>
              </a:ext>
            </a:extLst>
          </p:cNvPr>
          <p:cNvSpPr txBox="1"/>
          <p:nvPr/>
        </p:nvSpPr>
        <p:spPr>
          <a:xfrm>
            <a:off x="1866896" y="-9270424"/>
            <a:ext cx="845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1940-cı </a:t>
            </a:r>
            <a:r>
              <a:rPr lang="en-GB" sz="2400" dirty="0" err="1">
                <a:solidFill>
                  <a:srgbClr val="FF0000"/>
                </a:solidFill>
              </a:rPr>
              <a:t>ildə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qurulan</a:t>
            </a:r>
            <a:r>
              <a:rPr lang="en-GB" sz="2400" dirty="0">
                <a:solidFill>
                  <a:srgbClr val="FF0000"/>
                </a:solidFill>
              </a:rPr>
              <a:t> "McDonald's" </a:t>
            </a:r>
            <a:r>
              <a:rPr lang="en-GB" sz="2400" dirty="0" err="1">
                <a:solidFill>
                  <a:srgbClr val="FF0000"/>
                </a:solidFill>
              </a:rPr>
              <a:t>dünyanın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məşhur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restoran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brendidir</a:t>
            </a:r>
            <a:r>
              <a:rPr lang="en-GB" sz="2400" dirty="0">
                <a:solidFill>
                  <a:srgbClr val="FF0000"/>
                </a:solidFill>
              </a:rPr>
              <a:t>. 36 000-dən </a:t>
            </a:r>
            <a:r>
              <a:rPr lang="en-GB" sz="2400" dirty="0" err="1">
                <a:solidFill>
                  <a:srgbClr val="FF0000"/>
                </a:solidFill>
              </a:rPr>
              <a:t>çox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yerdə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yerləşən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restoranlarla</a:t>
            </a:r>
            <a:r>
              <a:rPr lang="en-GB" sz="2400" dirty="0">
                <a:solidFill>
                  <a:srgbClr val="FF0000"/>
                </a:solidFill>
              </a:rPr>
              <a:t> McDonald's 119 </a:t>
            </a:r>
            <a:r>
              <a:rPr lang="en-GB" sz="2400" dirty="0" err="1">
                <a:solidFill>
                  <a:srgbClr val="FF0000"/>
                </a:solidFill>
              </a:rPr>
              <a:t>ölkədə</a:t>
            </a:r>
            <a:r>
              <a:rPr lang="en-GB" sz="2400" dirty="0">
                <a:solidFill>
                  <a:srgbClr val="FF0000"/>
                </a:solidFill>
              </a:rPr>
              <a:t> 1,9 </a:t>
            </a:r>
            <a:r>
              <a:rPr lang="en-GB" sz="2400" dirty="0" err="1">
                <a:solidFill>
                  <a:srgbClr val="FF0000"/>
                </a:solidFill>
              </a:rPr>
              <a:t>milyon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adam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i</a:t>
            </a:r>
            <a:r>
              <a:rPr lang="az-Latn-AZ" sz="2400" dirty="0">
                <a:solidFill>
                  <a:srgbClr val="FF0000"/>
                </a:solidFill>
              </a:rPr>
              <a:t>şləyir.</a:t>
            </a: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10" name="Picture 9" descr="A red container with french fries&#10;&#10;AI-generated content may be incorrect.">
            <a:extLst>
              <a:ext uri="{FF2B5EF4-FFF2-40B4-BE49-F238E27FC236}">
                <a16:creationId xmlns:a16="http://schemas.microsoft.com/office/drawing/2014/main" id="{EE8E2B40-13FE-21E6-2748-9FD609970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097" y="6957228"/>
            <a:ext cx="2117623" cy="2862100"/>
          </a:xfrm>
          <a:prstGeom prst="rect">
            <a:avLst/>
          </a:prstGeom>
        </p:spPr>
      </p:pic>
      <p:pic>
        <p:nvPicPr>
          <p:cNvPr id="12" name="Picture 11" descr="A hamburger and french fries and a happy meal&#10;&#10;AI-generated content may be incorrect.">
            <a:extLst>
              <a:ext uri="{FF2B5EF4-FFF2-40B4-BE49-F238E27FC236}">
                <a16:creationId xmlns:a16="http://schemas.microsoft.com/office/drawing/2014/main" id="{9B5B7600-2D9B-56B2-3507-7A92F43066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581" y="7027073"/>
            <a:ext cx="2996261" cy="2862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5C6EF3-B8CF-57EB-39F5-F0748AF06909}"/>
              </a:ext>
            </a:extLst>
          </p:cNvPr>
          <p:cNvSpPr txBox="1"/>
          <p:nvPr/>
        </p:nvSpPr>
        <p:spPr>
          <a:xfrm>
            <a:off x="3107867" y="895525"/>
            <a:ext cx="5976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McDonald’s</a:t>
            </a:r>
            <a:r>
              <a:rPr lang="az-Latn-AZ" sz="2800" dirty="0"/>
              <a:t>-ın çox çeşidli yeməkləri olsa da, ən əsas yeməkləri bunlardır:</a:t>
            </a:r>
            <a:endParaRPr lang="en-GB" sz="2800" dirty="0"/>
          </a:p>
        </p:txBody>
      </p:sp>
      <p:pic>
        <p:nvPicPr>
          <p:cNvPr id="20" name="Picture 19" descr="A cheeseburger with a bun&#10;&#10;AI-generated content may be incorrect.">
            <a:extLst>
              <a:ext uri="{FF2B5EF4-FFF2-40B4-BE49-F238E27FC236}">
                <a16:creationId xmlns:a16="http://schemas.microsoft.com/office/drawing/2014/main" id="{35468DB3-2038-4314-7CC8-4CB74833DB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3" t="14247" r="8388" b="16392"/>
          <a:stretch/>
        </p:blipFill>
        <p:spPr>
          <a:xfrm>
            <a:off x="429620" y="8234430"/>
            <a:ext cx="2603504" cy="1849394"/>
          </a:xfrm>
          <a:prstGeom prst="rect">
            <a:avLst/>
          </a:prstGeom>
        </p:spPr>
      </p:pic>
      <p:pic>
        <p:nvPicPr>
          <p:cNvPr id="22" name="Picture 21" descr="A hamburger with ketchup and mustard&#10;&#10;AI-generated content may be incorrect.">
            <a:extLst>
              <a:ext uri="{FF2B5EF4-FFF2-40B4-BE49-F238E27FC236}">
                <a16:creationId xmlns:a16="http://schemas.microsoft.com/office/drawing/2014/main" id="{1500EC23-6552-13B7-EF3E-8919DD7B98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6" t="6621" r="8608" b="14152"/>
          <a:stretch/>
        </p:blipFill>
        <p:spPr>
          <a:xfrm>
            <a:off x="462926" y="7854392"/>
            <a:ext cx="2536891" cy="1841595"/>
          </a:xfrm>
          <a:prstGeom prst="rect">
            <a:avLst/>
          </a:prstGeom>
        </p:spPr>
      </p:pic>
      <p:pic>
        <p:nvPicPr>
          <p:cNvPr id="18" name="Picture 17" descr="A double cheeseburger with lettuce and pickles&#10;&#10;AI-generated content may be incorrect.">
            <a:extLst>
              <a:ext uri="{FF2B5EF4-FFF2-40B4-BE49-F238E27FC236}">
                <a16:creationId xmlns:a16="http://schemas.microsoft.com/office/drawing/2014/main" id="{92676360-55BA-29C3-80D7-227EB66492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80" b="6287"/>
          <a:stretch/>
        </p:blipFill>
        <p:spPr>
          <a:xfrm>
            <a:off x="399808" y="7173907"/>
            <a:ext cx="2663125" cy="2132532"/>
          </a:xfrm>
          <a:prstGeom prst="rect">
            <a:avLst/>
          </a:prstGeom>
        </p:spPr>
      </p:pic>
      <p:pic>
        <p:nvPicPr>
          <p:cNvPr id="8" name="Picture 7" descr="A double cheeseburger with multiple patties&#10;&#10;AI-generated content may be incorrect.">
            <a:extLst>
              <a:ext uri="{FF2B5EF4-FFF2-40B4-BE49-F238E27FC236}">
                <a16:creationId xmlns:a16="http://schemas.microsoft.com/office/drawing/2014/main" id="{C8DA3F37-DF43-8568-CFAB-EC6E0E46FA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96" t="11153" r="-1" b="8817"/>
          <a:stretch/>
        </p:blipFill>
        <p:spPr>
          <a:xfrm>
            <a:off x="532404" y="6935905"/>
            <a:ext cx="2663124" cy="208128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FCB8EE7-DC67-CBC9-9662-7E2FC6DC4EE8}"/>
              </a:ext>
            </a:extLst>
          </p:cNvPr>
          <p:cNvSpPr txBox="1"/>
          <p:nvPr/>
        </p:nvSpPr>
        <p:spPr>
          <a:xfrm>
            <a:off x="1085658" y="2673852"/>
            <a:ext cx="2070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Burgerlər</a:t>
            </a:r>
            <a:endParaRPr lang="en-GB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8849CD-19CC-CBE5-A861-9098BBDC7517}"/>
              </a:ext>
            </a:extLst>
          </p:cNvPr>
          <p:cNvSpPr txBox="1"/>
          <p:nvPr/>
        </p:nvSpPr>
        <p:spPr>
          <a:xfrm>
            <a:off x="5037182" y="2673852"/>
            <a:ext cx="186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Kartof frilər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2E8290-84A5-5CFD-681B-2F16EB46EABB}"/>
              </a:ext>
            </a:extLst>
          </p:cNvPr>
          <p:cNvSpPr txBox="1"/>
          <p:nvPr/>
        </p:nvSpPr>
        <p:spPr>
          <a:xfrm>
            <a:off x="8482519" y="2673852"/>
            <a:ext cx="2464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Kombo Menyular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BA49E2-D46D-A1D3-03DF-CC95C86F8F98}"/>
              </a:ext>
            </a:extLst>
          </p:cNvPr>
          <p:cNvSpPr txBox="1"/>
          <p:nvPr/>
        </p:nvSpPr>
        <p:spPr>
          <a:xfrm>
            <a:off x="635586" y="9196676"/>
            <a:ext cx="112127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 dirty="0" err="1">
                <a:effectLst/>
                <a:latin typeface="Roboto" panose="02000000000000000000" pitchFamily="2" charset="0"/>
              </a:rPr>
              <a:t>Burgerlər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bütün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dünyada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uşaqlı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böyüklü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kəs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tərəfindən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çox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sevilir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çox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tez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hazırlanır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aya</a:t>
            </a:r>
            <a:r>
              <a:rPr lang="az-Latn-AZ" sz="2800" b="0" i="0" dirty="0">
                <a:effectLst/>
                <a:latin typeface="Roboto" panose="02000000000000000000" pitchFamily="2" charset="0"/>
              </a:rPr>
              <a:t>q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üstü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yeyilə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bilir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də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dadlı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olur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Qısaca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cəhətdən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əlverişlidir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7904650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uilding with a sign on it&#10;&#10;AI-generated content may be incorrect.">
            <a:extLst>
              <a:ext uri="{FF2B5EF4-FFF2-40B4-BE49-F238E27FC236}">
                <a16:creationId xmlns:a16="http://schemas.microsoft.com/office/drawing/2014/main" id="{3B1CF06E-FDE0-F717-3EFB-50CF9368D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/>
        </p:blipFill>
        <p:spPr>
          <a:xfrm>
            <a:off x="0" y="-7646089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8F23A4-8AFD-A7C8-E245-D685D5E87B5C}"/>
              </a:ext>
            </a:extLst>
          </p:cNvPr>
          <p:cNvSpPr/>
          <p:nvPr/>
        </p:nvSpPr>
        <p:spPr>
          <a:xfrm>
            <a:off x="59566" y="-7176138"/>
            <a:ext cx="12192000" cy="6858000"/>
          </a:xfrm>
          <a:prstGeom prst="rect">
            <a:avLst/>
          </a:prstGeom>
          <a:solidFill>
            <a:srgbClr val="EA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Block Arc 3">
            <a:extLst>
              <a:ext uri="{FF2B5EF4-FFF2-40B4-BE49-F238E27FC236}">
                <a16:creationId xmlns:a16="http://schemas.microsoft.com/office/drawing/2014/main" id="{1F84BB86-7FA3-B4C2-DB69-11B3CF582A05}"/>
              </a:ext>
            </a:extLst>
          </p:cNvPr>
          <p:cNvSpPr/>
          <p:nvPr/>
        </p:nvSpPr>
        <p:spPr>
          <a:xfrm>
            <a:off x="-4122139" y="-11421982"/>
            <a:ext cx="20436271" cy="15365897"/>
          </a:xfrm>
          <a:prstGeom prst="blockArc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5" name="Picture 14" descr="A red and yellow logo&#10;&#10;AI-generated content may be incorrect.">
            <a:extLst>
              <a:ext uri="{FF2B5EF4-FFF2-40B4-BE49-F238E27FC236}">
                <a16:creationId xmlns:a16="http://schemas.microsoft.com/office/drawing/2014/main" id="{2F42E700-49CE-D5E4-3119-13231F95F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392" y="-6504215"/>
            <a:ext cx="3075215" cy="30752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855B3F-983C-9CBD-A125-36B2807F96A3}"/>
              </a:ext>
            </a:extLst>
          </p:cNvPr>
          <p:cNvSpPr txBox="1"/>
          <p:nvPr/>
        </p:nvSpPr>
        <p:spPr>
          <a:xfrm>
            <a:off x="4241345" y="-2056421"/>
            <a:ext cx="37093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/>
              <a:t>McDonald's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075DB4-A45F-FF0D-578A-1E9F92FB2C1A}"/>
              </a:ext>
            </a:extLst>
          </p:cNvPr>
          <p:cNvSpPr txBox="1"/>
          <p:nvPr/>
        </p:nvSpPr>
        <p:spPr>
          <a:xfrm>
            <a:off x="1866896" y="-9270424"/>
            <a:ext cx="845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1940-cı </a:t>
            </a:r>
            <a:r>
              <a:rPr lang="en-GB" sz="2400" dirty="0" err="1">
                <a:solidFill>
                  <a:srgbClr val="FF0000"/>
                </a:solidFill>
              </a:rPr>
              <a:t>ildə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qurulan</a:t>
            </a:r>
            <a:r>
              <a:rPr lang="en-GB" sz="2400" dirty="0">
                <a:solidFill>
                  <a:srgbClr val="FF0000"/>
                </a:solidFill>
              </a:rPr>
              <a:t> "McDonald's" </a:t>
            </a:r>
            <a:r>
              <a:rPr lang="en-GB" sz="2400" dirty="0" err="1">
                <a:solidFill>
                  <a:srgbClr val="FF0000"/>
                </a:solidFill>
              </a:rPr>
              <a:t>dünyanın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məşhur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restoran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brendidir</a:t>
            </a:r>
            <a:r>
              <a:rPr lang="en-GB" sz="2400" dirty="0">
                <a:solidFill>
                  <a:srgbClr val="FF0000"/>
                </a:solidFill>
              </a:rPr>
              <a:t>. 36 000-dən </a:t>
            </a:r>
            <a:r>
              <a:rPr lang="en-GB" sz="2400" dirty="0" err="1">
                <a:solidFill>
                  <a:srgbClr val="FF0000"/>
                </a:solidFill>
              </a:rPr>
              <a:t>çox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yerdə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yerləşən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restoranlarla</a:t>
            </a:r>
            <a:r>
              <a:rPr lang="en-GB" sz="2400" dirty="0">
                <a:solidFill>
                  <a:srgbClr val="FF0000"/>
                </a:solidFill>
              </a:rPr>
              <a:t> McDonald's 119 </a:t>
            </a:r>
            <a:r>
              <a:rPr lang="en-GB" sz="2400" dirty="0" err="1">
                <a:solidFill>
                  <a:srgbClr val="FF0000"/>
                </a:solidFill>
              </a:rPr>
              <a:t>ölkədə</a:t>
            </a:r>
            <a:r>
              <a:rPr lang="en-GB" sz="2400" dirty="0">
                <a:solidFill>
                  <a:srgbClr val="FF0000"/>
                </a:solidFill>
              </a:rPr>
              <a:t> 1,9 </a:t>
            </a:r>
            <a:r>
              <a:rPr lang="en-GB" sz="2400" dirty="0" err="1">
                <a:solidFill>
                  <a:srgbClr val="FF0000"/>
                </a:solidFill>
              </a:rPr>
              <a:t>milyon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adam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i</a:t>
            </a:r>
            <a:r>
              <a:rPr lang="az-Latn-AZ" sz="2400" dirty="0">
                <a:solidFill>
                  <a:srgbClr val="FF0000"/>
                </a:solidFill>
              </a:rPr>
              <a:t>şləyir.</a:t>
            </a: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10" name="Picture 9" descr="A red container with french fries&#10;&#10;AI-generated content may be incorrect.">
            <a:extLst>
              <a:ext uri="{FF2B5EF4-FFF2-40B4-BE49-F238E27FC236}">
                <a16:creationId xmlns:a16="http://schemas.microsoft.com/office/drawing/2014/main" id="{EE8E2B40-13FE-21E6-2748-9FD609970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097" y="6957228"/>
            <a:ext cx="2117623" cy="2862100"/>
          </a:xfrm>
          <a:prstGeom prst="rect">
            <a:avLst/>
          </a:prstGeom>
        </p:spPr>
      </p:pic>
      <p:pic>
        <p:nvPicPr>
          <p:cNvPr id="12" name="Picture 11" descr="A hamburger and french fries and a happy meal&#10;&#10;AI-generated content may be incorrect.">
            <a:extLst>
              <a:ext uri="{FF2B5EF4-FFF2-40B4-BE49-F238E27FC236}">
                <a16:creationId xmlns:a16="http://schemas.microsoft.com/office/drawing/2014/main" id="{9B5B7600-2D9B-56B2-3507-7A92F43066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581" y="7027073"/>
            <a:ext cx="2996261" cy="2862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5C6EF3-B8CF-57EB-39F5-F0748AF06909}"/>
              </a:ext>
            </a:extLst>
          </p:cNvPr>
          <p:cNvSpPr txBox="1"/>
          <p:nvPr/>
        </p:nvSpPr>
        <p:spPr>
          <a:xfrm>
            <a:off x="3107867" y="895525"/>
            <a:ext cx="5976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McDonald’s</a:t>
            </a:r>
            <a:r>
              <a:rPr lang="az-Latn-AZ" sz="2800" dirty="0"/>
              <a:t>-ın çox çeşidli yeməkləri olsa da, ən əsas yeməkləri bunlardır:</a:t>
            </a:r>
            <a:endParaRPr lang="en-GB" sz="2800" dirty="0"/>
          </a:p>
        </p:txBody>
      </p:sp>
      <p:pic>
        <p:nvPicPr>
          <p:cNvPr id="20" name="Picture 19" descr="A cheeseburger with a bun&#10;&#10;AI-generated content may be incorrect.">
            <a:extLst>
              <a:ext uri="{FF2B5EF4-FFF2-40B4-BE49-F238E27FC236}">
                <a16:creationId xmlns:a16="http://schemas.microsoft.com/office/drawing/2014/main" id="{35468DB3-2038-4314-7CC8-4CB74833DB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3" t="14247" r="8388" b="16392"/>
          <a:stretch/>
        </p:blipFill>
        <p:spPr>
          <a:xfrm>
            <a:off x="429620" y="3619905"/>
            <a:ext cx="2603504" cy="1849394"/>
          </a:xfrm>
          <a:prstGeom prst="rect">
            <a:avLst/>
          </a:prstGeom>
        </p:spPr>
      </p:pic>
      <p:pic>
        <p:nvPicPr>
          <p:cNvPr id="22" name="Picture 21" descr="A hamburger with ketchup and mustard&#10;&#10;AI-generated content may be incorrect.">
            <a:extLst>
              <a:ext uri="{FF2B5EF4-FFF2-40B4-BE49-F238E27FC236}">
                <a16:creationId xmlns:a16="http://schemas.microsoft.com/office/drawing/2014/main" id="{1500EC23-6552-13B7-EF3E-8919DD7B98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6" t="6621" r="8608" b="14152"/>
          <a:stretch/>
        </p:blipFill>
        <p:spPr>
          <a:xfrm>
            <a:off x="462926" y="3750227"/>
            <a:ext cx="2536891" cy="1841595"/>
          </a:xfrm>
          <a:prstGeom prst="rect">
            <a:avLst/>
          </a:prstGeom>
        </p:spPr>
      </p:pic>
      <p:pic>
        <p:nvPicPr>
          <p:cNvPr id="18" name="Picture 17" descr="A double cheeseburger with lettuce and pickles&#10;&#10;AI-generated content may be incorrect.">
            <a:extLst>
              <a:ext uri="{FF2B5EF4-FFF2-40B4-BE49-F238E27FC236}">
                <a16:creationId xmlns:a16="http://schemas.microsoft.com/office/drawing/2014/main" id="{92676360-55BA-29C3-80D7-227EB66492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80" b="6287"/>
          <a:stretch/>
        </p:blipFill>
        <p:spPr>
          <a:xfrm>
            <a:off x="399808" y="3431248"/>
            <a:ext cx="2663125" cy="2132532"/>
          </a:xfrm>
          <a:prstGeom prst="rect">
            <a:avLst/>
          </a:prstGeom>
        </p:spPr>
      </p:pic>
      <p:pic>
        <p:nvPicPr>
          <p:cNvPr id="8" name="Picture 7" descr="A double cheeseburger with multiple patties&#10;&#10;AI-generated content may be incorrect.">
            <a:extLst>
              <a:ext uri="{FF2B5EF4-FFF2-40B4-BE49-F238E27FC236}">
                <a16:creationId xmlns:a16="http://schemas.microsoft.com/office/drawing/2014/main" id="{C8DA3F37-DF43-8568-CFAB-EC6E0E46FA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96" t="11153" r="-1" b="8817"/>
          <a:stretch/>
        </p:blipFill>
        <p:spPr>
          <a:xfrm>
            <a:off x="532404" y="3405902"/>
            <a:ext cx="2663124" cy="208128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FCB8EE7-DC67-CBC9-9662-7E2FC6DC4EE8}"/>
              </a:ext>
            </a:extLst>
          </p:cNvPr>
          <p:cNvSpPr txBox="1"/>
          <p:nvPr/>
        </p:nvSpPr>
        <p:spPr>
          <a:xfrm>
            <a:off x="1085658" y="2673852"/>
            <a:ext cx="2070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Burgerlər</a:t>
            </a:r>
            <a:endParaRPr lang="en-GB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8849CD-19CC-CBE5-A861-9098BBDC7517}"/>
              </a:ext>
            </a:extLst>
          </p:cNvPr>
          <p:cNvSpPr txBox="1"/>
          <p:nvPr/>
        </p:nvSpPr>
        <p:spPr>
          <a:xfrm>
            <a:off x="5037182" y="2673852"/>
            <a:ext cx="186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Kartof frilər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2E8290-84A5-5CFD-681B-2F16EB46EABB}"/>
              </a:ext>
            </a:extLst>
          </p:cNvPr>
          <p:cNvSpPr txBox="1"/>
          <p:nvPr/>
        </p:nvSpPr>
        <p:spPr>
          <a:xfrm>
            <a:off x="8482519" y="2673852"/>
            <a:ext cx="2464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Kombo Menyular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BA49E2-D46D-A1D3-03DF-CC95C86F8F98}"/>
              </a:ext>
            </a:extLst>
          </p:cNvPr>
          <p:cNvSpPr txBox="1"/>
          <p:nvPr/>
        </p:nvSpPr>
        <p:spPr>
          <a:xfrm>
            <a:off x="635586" y="9196676"/>
            <a:ext cx="112127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 dirty="0" err="1">
                <a:effectLst/>
                <a:latin typeface="Roboto" panose="02000000000000000000" pitchFamily="2" charset="0"/>
              </a:rPr>
              <a:t>Burgerlər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bütün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dünyada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uşaqlı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böyüklü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kəs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tərəfindən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çox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sevilir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çox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tez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hazırlanır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aya</a:t>
            </a:r>
            <a:r>
              <a:rPr lang="az-Latn-AZ" sz="2800" b="0" i="0" dirty="0">
                <a:effectLst/>
                <a:latin typeface="Roboto" panose="02000000000000000000" pitchFamily="2" charset="0"/>
              </a:rPr>
              <a:t>q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üstü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yeyilə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bilir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də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dadlı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olur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Qısaca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cəhətdən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əlverişlidir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436816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uilding with a sign on it&#10;&#10;AI-generated content may be incorrect.">
            <a:extLst>
              <a:ext uri="{FF2B5EF4-FFF2-40B4-BE49-F238E27FC236}">
                <a16:creationId xmlns:a16="http://schemas.microsoft.com/office/drawing/2014/main" id="{3B1CF06E-FDE0-F717-3EFB-50CF9368D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/>
        </p:blipFill>
        <p:spPr>
          <a:xfrm>
            <a:off x="0" y="-7646089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8F23A4-8AFD-A7C8-E245-D685D5E87B5C}"/>
              </a:ext>
            </a:extLst>
          </p:cNvPr>
          <p:cNvSpPr/>
          <p:nvPr/>
        </p:nvSpPr>
        <p:spPr>
          <a:xfrm>
            <a:off x="59566" y="-7176138"/>
            <a:ext cx="12192000" cy="6858000"/>
          </a:xfrm>
          <a:prstGeom prst="rect">
            <a:avLst/>
          </a:prstGeom>
          <a:solidFill>
            <a:srgbClr val="EA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Block Arc 3">
            <a:extLst>
              <a:ext uri="{FF2B5EF4-FFF2-40B4-BE49-F238E27FC236}">
                <a16:creationId xmlns:a16="http://schemas.microsoft.com/office/drawing/2014/main" id="{1F84BB86-7FA3-B4C2-DB69-11B3CF582A05}"/>
              </a:ext>
            </a:extLst>
          </p:cNvPr>
          <p:cNvSpPr/>
          <p:nvPr/>
        </p:nvSpPr>
        <p:spPr>
          <a:xfrm>
            <a:off x="-4122139" y="-11421982"/>
            <a:ext cx="20436271" cy="15365897"/>
          </a:xfrm>
          <a:prstGeom prst="blockArc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5" name="Picture 14" descr="A red and yellow logo&#10;&#10;AI-generated content may be incorrect.">
            <a:extLst>
              <a:ext uri="{FF2B5EF4-FFF2-40B4-BE49-F238E27FC236}">
                <a16:creationId xmlns:a16="http://schemas.microsoft.com/office/drawing/2014/main" id="{2F42E700-49CE-D5E4-3119-13231F95F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392" y="-6504215"/>
            <a:ext cx="3075215" cy="30752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855B3F-983C-9CBD-A125-36B2807F96A3}"/>
              </a:ext>
            </a:extLst>
          </p:cNvPr>
          <p:cNvSpPr txBox="1"/>
          <p:nvPr/>
        </p:nvSpPr>
        <p:spPr>
          <a:xfrm>
            <a:off x="4241345" y="-2056421"/>
            <a:ext cx="37093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/>
              <a:t>McDonald's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075DB4-A45F-FF0D-578A-1E9F92FB2C1A}"/>
              </a:ext>
            </a:extLst>
          </p:cNvPr>
          <p:cNvSpPr txBox="1"/>
          <p:nvPr/>
        </p:nvSpPr>
        <p:spPr>
          <a:xfrm>
            <a:off x="1866896" y="-9270424"/>
            <a:ext cx="845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1940-cı </a:t>
            </a:r>
            <a:r>
              <a:rPr lang="en-GB" sz="2400" dirty="0" err="1">
                <a:solidFill>
                  <a:srgbClr val="FF0000"/>
                </a:solidFill>
              </a:rPr>
              <a:t>ildə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qurulan</a:t>
            </a:r>
            <a:r>
              <a:rPr lang="en-GB" sz="2400" dirty="0">
                <a:solidFill>
                  <a:srgbClr val="FF0000"/>
                </a:solidFill>
              </a:rPr>
              <a:t> "McDonald's" </a:t>
            </a:r>
            <a:r>
              <a:rPr lang="en-GB" sz="2400" dirty="0" err="1">
                <a:solidFill>
                  <a:srgbClr val="FF0000"/>
                </a:solidFill>
              </a:rPr>
              <a:t>dünyanın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məşhur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restoran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brendidir</a:t>
            </a:r>
            <a:r>
              <a:rPr lang="en-GB" sz="2400" dirty="0">
                <a:solidFill>
                  <a:srgbClr val="FF0000"/>
                </a:solidFill>
              </a:rPr>
              <a:t>. 36 000-dən </a:t>
            </a:r>
            <a:r>
              <a:rPr lang="en-GB" sz="2400" dirty="0" err="1">
                <a:solidFill>
                  <a:srgbClr val="FF0000"/>
                </a:solidFill>
              </a:rPr>
              <a:t>çox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yerdə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yerləşən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restoranlarla</a:t>
            </a:r>
            <a:r>
              <a:rPr lang="en-GB" sz="2400" dirty="0">
                <a:solidFill>
                  <a:srgbClr val="FF0000"/>
                </a:solidFill>
              </a:rPr>
              <a:t> McDonald's 119 </a:t>
            </a:r>
            <a:r>
              <a:rPr lang="en-GB" sz="2400" dirty="0" err="1">
                <a:solidFill>
                  <a:srgbClr val="FF0000"/>
                </a:solidFill>
              </a:rPr>
              <a:t>ölkədə</a:t>
            </a:r>
            <a:r>
              <a:rPr lang="en-GB" sz="2400" dirty="0">
                <a:solidFill>
                  <a:srgbClr val="FF0000"/>
                </a:solidFill>
              </a:rPr>
              <a:t> 1,9 </a:t>
            </a:r>
            <a:r>
              <a:rPr lang="en-GB" sz="2400" dirty="0" err="1">
                <a:solidFill>
                  <a:srgbClr val="FF0000"/>
                </a:solidFill>
              </a:rPr>
              <a:t>milyon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adam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i</a:t>
            </a:r>
            <a:r>
              <a:rPr lang="az-Latn-AZ" sz="2400" dirty="0">
                <a:solidFill>
                  <a:srgbClr val="FF0000"/>
                </a:solidFill>
              </a:rPr>
              <a:t>şləyir.</a:t>
            </a: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10" name="Picture 9" descr="A red container with french fries&#10;&#10;AI-generated content may be incorrect.">
            <a:extLst>
              <a:ext uri="{FF2B5EF4-FFF2-40B4-BE49-F238E27FC236}">
                <a16:creationId xmlns:a16="http://schemas.microsoft.com/office/drawing/2014/main" id="{EE8E2B40-13FE-21E6-2748-9FD609970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097" y="3108245"/>
            <a:ext cx="2117623" cy="2862100"/>
          </a:xfrm>
          <a:prstGeom prst="rect">
            <a:avLst/>
          </a:prstGeom>
        </p:spPr>
      </p:pic>
      <p:pic>
        <p:nvPicPr>
          <p:cNvPr id="12" name="Picture 11" descr="A hamburger and french fries and a happy meal&#10;&#10;AI-generated content may be incorrect.">
            <a:extLst>
              <a:ext uri="{FF2B5EF4-FFF2-40B4-BE49-F238E27FC236}">
                <a16:creationId xmlns:a16="http://schemas.microsoft.com/office/drawing/2014/main" id="{9B5B7600-2D9B-56B2-3507-7A92F43066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581" y="7027073"/>
            <a:ext cx="2996261" cy="2862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5C6EF3-B8CF-57EB-39F5-F0748AF06909}"/>
              </a:ext>
            </a:extLst>
          </p:cNvPr>
          <p:cNvSpPr txBox="1"/>
          <p:nvPr/>
        </p:nvSpPr>
        <p:spPr>
          <a:xfrm>
            <a:off x="3107867" y="895525"/>
            <a:ext cx="5976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McDonald’s</a:t>
            </a:r>
            <a:r>
              <a:rPr lang="az-Latn-AZ" sz="2800" dirty="0"/>
              <a:t>-ın çox çeşidli yeməkləri olsa da, ən əsas yeməkləri bunlardır:</a:t>
            </a:r>
            <a:endParaRPr lang="en-GB" sz="2800" dirty="0"/>
          </a:p>
        </p:txBody>
      </p:sp>
      <p:pic>
        <p:nvPicPr>
          <p:cNvPr id="20" name="Picture 19" descr="A cheeseburger with a bun&#10;&#10;AI-generated content may be incorrect.">
            <a:extLst>
              <a:ext uri="{FF2B5EF4-FFF2-40B4-BE49-F238E27FC236}">
                <a16:creationId xmlns:a16="http://schemas.microsoft.com/office/drawing/2014/main" id="{35468DB3-2038-4314-7CC8-4CB74833DB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3" t="14247" r="8388" b="16392"/>
          <a:stretch/>
        </p:blipFill>
        <p:spPr>
          <a:xfrm>
            <a:off x="429620" y="3619905"/>
            <a:ext cx="2603504" cy="1849394"/>
          </a:xfrm>
          <a:prstGeom prst="rect">
            <a:avLst/>
          </a:prstGeom>
        </p:spPr>
      </p:pic>
      <p:pic>
        <p:nvPicPr>
          <p:cNvPr id="22" name="Picture 21" descr="A hamburger with ketchup and mustard&#10;&#10;AI-generated content may be incorrect.">
            <a:extLst>
              <a:ext uri="{FF2B5EF4-FFF2-40B4-BE49-F238E27FC236}">
                <a16:creationId xmlns:a16="http://schemas.microsoft.com/office/drawing/2014/main" id="{1500EC23-6552-13B7-EF3E-8919DD7B98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6" t="6621" r="8608" b="14152"/>
          <a:stretch/>
        </p:blipFill>
        <p:spPr>
          <a:xfrm>
            <a:off x="462926" y="3750227"/>
            <a:ext cx="2536891" cy="1841595"/>
          </a:xfrm>
          <a:prstGeom prst="rect">
            <a:avLst/>
          </a:prstGeom>
        </p:spPr>
      </p:pic>
      <p:pic>
        <p:nvPicPr>
          <p:cNvPr id="18" name="Picture 17" descr="A double cheeseburger with lettuce and pickles&#10;&#10;AI-generated content may be incorrect.">
            <a:extLst>
              <a:ext uri="{FF2B5EF4-FFF2-40B4-BE49-F238E27FC236}">
                <a16:creationId xmlns:a16="http://schemas.microsoft.com/office/drawing/2014/main" id="{92676360-55BA-29C3-80D7-227EB66492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80" b="6287"/>
          <a:stretch/>
        </p:blipFill>
        <p:spPr>
          <a:xfrm>
            <a:off x="399808" y="3431248"/>
            <a:ext cx="2663125" cy="2132532"/>
          </a:xfrm>
          <a:prstGeom prst="rect">
            <a:avLst/>
          </a:prstGeom>
        </p:spPr>
      </p:pic>
      <p:pic>
        <p:nvPicPr>
          <p:cNvPr id="8" name="Picture 7" descr="A double cheeseburger with multiple patties&#10;&#10;AI-generated content may be incorrect.">
            <a:extLst>
              <a:ext uri="{FF2B5EF4-FFF2-40B4-BE49-F238E27FC236}">
                <a16:creationId xmlns:a16="http://schemas.microsoft.com/office/drawing/2014/main" id="{C8DA3F37-DF43-8568-CFAB-EC6E0E46FA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96" t="11153" r="-1" b="8817"/>
          <a:stretch/>
        </p:blipFill>
        <p:spPr>
          <a:xfrm>
            <a:off x="532404" y="3405902"/>
            <a:ext cx="2663124" cy="208128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FCB8EE7-DC67-CBC9-9662-7E2FC6DC4EE8}"/>
              </a:ext>
            </a:extLst>
          </p:cNvPr>
          <p:cNvSpPr txBox="1"/>
          <p:nvPr/>
        </p:nvSpPr>
        <p:spPr>
          <a:xfrm>
            <a:off x="1085658" y="2673852"/>
            <a:ext cx="2070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Burgerlər</a:t>
            </a:r>
            <a:endParaRPr lang="en-GB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8849CD-19CC-CBE5-A861-9098BBDC7517}"/>
              </a:ext>
            </a:extLst>
          </p:cNvPr>
          <p:cNvSpPr txBox="1"/>
          <p:nvPr/>
        </p:nvSpPr>
        <p:spPr>
          <a:xfrm>
            <a:off x="5037182" y="2673852"/>
            <a:ext cx="186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Kartof frilər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2E8290-84A5-5CFD-681B-2F16EB46EABB}"/>
              </a:ext>
            </a:extLst>
          </p:cNvPr>
          <p:cNvSpPr txBox="1"/>
          <p:nvPr/>
        </p:nvSpPr>
        <p:spPr>
          <a:xfrm>
            <a:off x="8482519" y="2673852"/>
            <a:ext cx="2464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Kombo Menyular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BA49E2-D46D-A1D3-03DF-CC95C86F8F98}"/>
              </a:ext>
            </a:extLst>
          </p:cNvPr>
          <p:cNvSpPr txBox="1"/>
          <p:nvPr/>
        </p:nvSpPr>
        <p:spPr>
          <a:xfrm>
            <a:off x="635586" y="9196676"/>
            <a:ext cx="112127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 dirty="0" err="1">
                <a:effectLst/>
                <a:latin typeface="Roboto" panose="02000000000000000000" pitchFamily="2" charset="0"/>
              </a:rPr>
              <a:t>Burgerlər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bütün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dünyada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uşaqlı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böyüklü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kəs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tərəfindən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çox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sevilir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çox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tez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hazırlanır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aya</a:t>
            </a:r>
            <a:r>
              <a:rPr lang="az-Latn-AZ" sz="2800" b="0" i="0" dirty="0">
                <a:effectLst/>
                <a:latin typeface="Roboto" panose="02000000000000000000" pitchFamily="2" charset="0"/>
              </a:rPr>
              <a:t>q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üstü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yeyilə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bilir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də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dadlı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olur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Qısaca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cəhətdən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əlverişlidir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0749236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uilding with a sign on it&#10;&#10;AI-generated content may be incorrect.">
            <a:extLst>
              <a:ext uri="{FF2B5EF4-FFF2-40B4-BE49-F238E27FC236}">
                <a16:creationId xmlns:a16="http://schemas.microsoft.com/office/drawing/2014/main" id="{3B1CF06E-FDE0-F717-3EFB-50CF9368D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/>
        </p:blipFill>
        <p:spPr>
          <a:xfrm>
            <a:off x="0" y="-7646089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8F23A4-8AFD-A7C8-E245-D685D5E87B5C}"/>
              </a:ext>
            </a:extLst>
          </p:cNvPr>
          <p:cNvSpPr/>
          <p:nvPr/>
        </p:nvSpPr>
        <p:spPr>
          <a:xfrm>
            <a:off x="59566" y="-7176138"/>
            <a:ext cx="12192000" cy="6858000"/>
          </a:xfrm>
          <a:prstGeom prst="rect">
            <a:avLst/>
          </a:prstGeom>
          <a:solidFill>
            <a:srgbClr val="EA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Block Arc 3">
            <a:extLst>
              <a:ext uri="{FF2B5EF4-FFF2-40B4-BE49-F238E27FC236}">
                <a16:creationId xmlns:a16="http://schemas.microsoft.com/office/drawing/2014/main" id="{1F84BB86-7FA3-B4C2-DB69-11B3CF582A05}"/>
              </a:ext>
            </a:extLst>
          </p:cNvPr>
          <p:cNvSpPr/>
          <p:nvPr/>
        </p:nvSpPr>
        <p:spPr>
          <a:xfrm>
            <a:off x="-4122139" y="-11421982"/>
            <a:ext cx="20436271" cy="15365897"/>
          </a:xfrm>
          <a:prstGeom prst="blockArc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5" name="Picture 14" descr="A red and yellow logo&#10;&#10;AI-generated content may be incorrect.">
            <a:extLst>
              <a:ext uri="{FF2B5EF4-FFF2-40B4-BE49-F238E27FC236}">
                <a16:creationId xmlns:a16="http://schemas.microsoft.com/office/drawing/2014/main" id="{2F42E700-49CE-D5E4-3119-13231F95F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392" y="-6504215"/>
            <a:ext cx="3075215" cy="30752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855B3F-983C-9CBD-A125-36B2807F96A3}"/>
              </a:ext>
            </a:extLst>
          </p:cNvPr>
          <p:cNvSpPr txBox="1"/>
          <p:nvPr/>
        </p:nvSpPr>
        <p:spPr>
          <a:xfrm>
            <a:off x="4241345" y="-2056421"/>
            <a:ext cx="37093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/>
              <a:t>McDonald's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075DB4-A45F-FF0D-578A-1E9F92FB2C1A}"/>
              </a:ext>
            </a:extLst>
          </p:cNvPr>
          <p:cNvSpPr txBox="1"/>
          <p:nvPr/>
        </p:nvSpPr>
        <p:spPr>
          <a:xfrm>
            <a:off x="1866896" y="-9270424"/>
            <a:ext cx="845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1940-cı </a:t>
            </a:r>
            <a:r>
              <a:rPr lang="en-GB" sz="2400" dirty="0" err="1">
                <a:solidFill>
                  <a:srgbClr val="FF0000"/>
                </a:solidFill>
              </a:rPr>
              <a:t>ildə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qurulan</a:t>
            </a:r>
            <a:r>
              <a:rPr lang="en-GB" sz="2400" dirty="0">
                <a:solidFill>
                  <a:srgbClr val="FF0000"/>
                </a:solidFill>
              </a:rPr>
              <a:t> "McDonald's" </a:t>
            </a:r>
            <a:r>
              <a:rPr lang="en-GB" sz="2400" dirty="0" err="1">
                <a:solidFill>
                  <a:srgbClr val="FF0000"/>
                </a:solidFill>
              </a:rPr>
              <a:t>dünyanın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məşhur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restoran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brendidir</a:t>
            </a:r>
            <a:r>
              <a:rPr lang="en-GB" sz="2400" dirty="0">
                <a:solidFill>
                  <a:srgbClr val="FF0000"/>
                </a:solidFill>
              </a:rPr>
              <a:t>. 36 000-dən </a:t>
            </a:r>
            <a:r>
              <a:rPr lang="en-GB" sz="2400" dirty="0" err="1">
                <a:solidFill>
                  <a:srgbClr val="FF0000"/>
                </a:solidFill>
              </a:rPr>
              <a:t>çox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yerdə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yerləşən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restoranlarla</a:t>
            </a:r>
            <a:r>
              <a:rPr lang="en-GB" sz="2400" dirty="0">
                <a:solidFill>
                  <a:srgbClr val="FF0000"/>
                </a:solidFill>
              </a:rPr>
              <a:t> McDonald's 119 </a:t>
            </a:r>
            <a:r>
              <a:rPr lang="en-GB" sz="2400" dirty="0" err="1">
                <a:solidFill>
                  <a:srgbClr val="FF0000"/>
                </a:solidFill>
              </a:rPr>
              <a:t>ölkədə</a:t>
            </a:r>
            <a:r>
              <a:rPr lang="en-GB" sz="2400" dirty="0">
                <a:solidFill>
                  <a:srgbClr val="FF0000"/>
                </a:solidFill>
              </a:rPr>
              <a:t> 1,9 </a:t>
            </a:r>
            <a:r>
              <a:rPr lang="en-GB" sz="2400" dirty="0" err="1">
                <a:solidFill>
                  <a:srgbClr val="FF0000"/>
                </a:solidFill>
              </a:rPr>
              <a:t>milyon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adam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i</a:t>
            </a:r>
            <a:r>
              <a:rPr lang="az-Latn-AZ" sz="2400" dirty="0">
                <a:solidFill>
                  <a:srgbClr val="FF0000"/>
                </a:solidFill>
              </a:rPr>
              <a:t>şləyir.</a:t>
            </a: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10" name="Picture 9" descr="A red container with french fries&#10;&#10;AI-generated content may be incorrect.">
            <a:extLst>
              <a:ext uri="{FF2B5EF4-FFF2-40B4-BE49-F238E27FC236}">
                <a16:creationId xmlns:a16="http://schemas.microsoft.com/office/drawing/2014/main" id="{EE8E2B40-13FE-21E6-2748-9FD609970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097" y="3108245"/>
            <a:ext cx="2117623" cy="2862100"/>
          </a:xfrm>
          <a:prstGeom prst="rect">
            <a:avLst/>
          </a:prstGeom>
        </p:spPr>
      </p:pic>
      <p:pic>
        <p:nvPicPr>
          <p:cNvPr id="12" name="Picture 11" descr="A hamburger and french fries and a happy meal&#10;&#10;AI-generated content may be incorrect.">
            <a:extLst>
              <a:ext uri="{FF2B5EF4-FFF2-40B4-BE49-F238E27FC236}">
                <a16:creationId xmlns:a16="http://schemas.microsoft.com/office/drawing/2014/main" id="{9B5B7600-2D9B-56B2-3507-7A92F43066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581" y="3475802"/>
            <a:ext cx="2996261" cy="2862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5C6EF3-B8CF-57EB-39F5-F0748AF06909}"/>
              </a:ext>
            </a:extLst>
          </p:cNvPr>
          <p:cNvSpPr txBox="1"/>
          <p:nvPr/>
        </p:nvSpPr>
        <p:spPr>
          <a:xfrm>
            <a:off x="3107867" y="895525"/>
            <a:ext cx="5976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McDonald’s</a:t>
            </a:r>
            <a:r>
              <a:rPr lang="az-Latn-AZ" sz="2800" dirty="0"/>
              <a:t>-ın çox çeşidli yeməkləri olsa da, ən əsas yeməkləri bunlardır:</a:t>
            </a:r>
            <a:endParaRPr lang="en-GB" sz="2800" dirty="0"/>
          </a:p>
        </p:txBody>
      </p:sp>
      <p:pic>
        <p:nvPicPr>
          <p:cNvPr id="20" name="Picture 19" descr="A cheeseburger with a bun&#10;&#10;AI-generated content may be incorrect.">
            <a:extLst>
              <a:ext uri="{FF2B5EF4-FFF2-40B4-BE49-F238E27FC236}">
                <a16:creationId xmlns:a16="http://schemas.microsoft.com/office/drawing/2014/main" id="{35468DB3-2038-4314-7CC8-4CB74833DB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3" t="14247" r="8388" b="16392"/>
          <a:stretch/>
        </p:blipFill>
        <p:spPr>
          <a:xfrm>
            <a:off x="429620" y="3619905"/>
            <a:ext cx="2603504" cy="1849394"/>
          </a:xfrm>
          <a:prstGeom prst="rect">
            <a:avLst/>
          </a:prstGeom>
        </p:spPr>
      </p:pic>
      <p:pic>
        <p:nvPicPr>
          <p:cNvPr id="22" name="Picture 21" descr="A hamburger with ketchup and mustard&#10;&#10;AI-generated content may be incorrect.">
            <a:extLst>
              <a:ext uri="{FF2B5EF4-FFF2-40B4-BE49-F238E27FC236}">
                <a16:creationId xmlns:a16="http://schemas.microsoft.com/office/drawing/2014/main" id="{1500EC23-6552-13B7-EF3E-8919DD7B98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6" t="6621" r="8608" b="14152"/>
          <a:stretch/>
        </p:blipFill>
        <p:spPr>
          <a:xfrm>
            <a:off x="462926" y="3750227"/>
            <a:ext cx="2536891" cy="1841595"/>
          </a:xfrm>
          <a:prstGeom prst="rect">
            <a:avLst/>
          </a:prstGeom>
        </p:spPr>
      </p:pic>
      <p:pic>
        <p:nvPicPr>
          <p:cNvPr id="18" name="Picture 17" descr="A double cheeseburger with lettuce and pickles&#10;&#10;AI-generated content may be incorrect.">
            <a:extLst>
              <a:ext uri="{FF2B5EF4-FFF2-40B4-BE49-F238E27FC236}">
                <a16:creationId xmlns:a16="http://schemas.microsoft.com/office/drawing/2014/main" id="{92676360-55BA-29C3-80D7-227EB66492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80" b="6287"/>
          <a:stretch/>
        </p:blipFill>
        <p:spPr>
          <a:xfrm>
            <a:off x="399808" y="3431248"/>
            <a:ext cx="2663125" cy="2132532"/>
          </a:xfrm>
          <a:prstGeom prst="rect">
            <a:avLst/>
          </a:prstGeom>
        </p:spPr>
      </p:pic>
      <p:pic>
        <p:nvPicPr>
          <p:cNvPr id="8" name="Picture 7" descr="A double cheeseburger with multiple patties&#10;&#10;AI-generated content may be incorrect.">
            <a:extLst>
              <a:ext uri="{FF2B5EF4-FFF2-40B4-BE49-F238E27FC236}">
                <a16:creationId xmlns:a16="http://schemas.microsoft.com/office/drawing/2014/main" id="{C8DA3F37-DF43-8568-CFAB-EC6E0E46FA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96" t="11153" r="-1" b="8817"/>
          <a:stretch/>
        </p:blipFill>
        <p:spPr>
          <a:xfrm>
            <a:off x="532404" y="3405902"/>
            <a:ext cx="2663124" cy="208128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FCB8EE7-DC67-CBC9-9662-7E2FC6DC4EE8}"/>
              </a:ext>
            </a:extLst>
          </p:cNvPr>
          <p:cNvSpPr txBox="1"/>
          <p:nvPr/>
        </p:nvSpPr>
        <p:spPr>
          <a:xfrm>
            <a:off x="1085658" y="2673852"/>
            <a:ext cx="2070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Burgerlər</a:t>
            </a:r>
            <a:endParaRPr lang="en-GB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8849CD-19CC-CBE5-A861-9098BBDC7517}"/>
              </a:ext>
            </a:extLst>
          </p:cNvPr>
          <p:cNvSpPr txBox="1"/>
          <p:nvPr/>
        </p:nvSpPr>
        <p:spPr>
          <a:xfrm>
            <a:off x="5037182" y="2673852"/>
            <a:ext cx="186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Kartof frilər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2E8290-84A5-5CFD-681B-2F16EB46EABB}"/>
              </a:ext>
            </a:extLst>
          </p:cNvPr>
          <p:cNvSpPr txBox="1"/>
          <p:nvPr/>
        </p:nvSpPr>
        <p:spPr>
          <a:xfrm>
            <a:off x="8482519" y="2673852"/>
            <a:ext cx="2464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Kombo Menyular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BA49E2-D46D-A1D3-03DF-CC95C86F8F98}"/>
              </a:ext>
            </a:extLst>
          </p:cNvPr>
          <p:cNvSpPr txBox="1"/>
          <p:nvPr/>
        </p:nvSpPr>
        <p:spPr>
          <a:xfrm>
            <a:off x="635586" y="9196676"/>
            <a:ext cx="112127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 dirty="0" err="1">
                <a:effectLst/>
                <a:latin typeface="Roboto" panose="02000000000000000000" pitchFamily="2" charset="0"/>
              </a:rPr>
              <a:t>Burgerlər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bütün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dünyada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uşaqlı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böyüklü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kəs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tərəfindən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çox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sevilir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çox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tez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hazırlanır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aya</a:t>
            </a:r>
            <a:r>
              <a:rPr lang="az-Latn-AZ" sz="2800" b="0" i="0" dirty="0">
                <a:effectLst/>
                <a:latin typeface="Roboto" panose="02000000000000000000" pitchFamily="2" charset="0"/>
              </a:rPr>
              <a:t>q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üstü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yeyilə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bilir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də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dadlı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olur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Qısaca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cəhətdən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əlverişlidir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7950928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uilding with a sign on it&#10;&#10;AI-generated content may be incorrect.">
            <a:extLst>
              <a:ext uri="{FF2B5EF4-FFF2-40B4-BE49-F238E27FC236}">
                <a16:creationId xmlns:a16="http://schemas.microsoft.com/office/drawing/2014/main" id="{3B1CF06E-FDE0-F717-3EFB-50CF9368D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/>
        </p:blipFill>
        <p:spPr>
          <a:xfrm>
            <a:off x="0" y="-7646089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8F23A4-8AFD-A7C8-E245-D685D5E87B5C}"/>
              </a:ext>
            </a:extLst>
          </p:cNvPr>
          <p:cNvSpPr/>
          <p:nvPr/>
        </p:nvSpPr>
        <p:spPr>
          <a:xfrm>
            <a:off x="59566" y="-7176138"/>
            <a:ext cx="12192000" cy="6858000"/>
          </a:xfrm>
          <a:prstGeom prst="rect">
            <a:avLst/>
          </a:prstGeom>
          <a:solidFill>
            <a:srgbClr val="EA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 descr="A red and yellow logo&#10;&#10;AI-generated content may be incorrect.">
            <a:extLst>
              <a:ext uri="{FF2B5EF4-FFF2-40B4-BE49-F238E27FC236}">
                <a16:creationId xmlns:a16="http://schemas.microsoft.com/office/drawing/2014/main" id="{2F42E700-49CE-D5E4-3119-13231F95F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385" y="-5284746"/>
            <a:ext cx="3075215" cy="30752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855B3F-983C-9CBD-A125-36B2807F96A3}"/>
              </a:ext>
            </a:extLst>
          </p:cNvPr>
          <p:cNvSpPr txBox="1"/>
          <p:nvPr/>
        </p:nvSpPr>
        <p:spPr>
          <a:xfrm>
            <a:off x="1765415" y="-2035776"/>
            <a:ext cx="8657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5400" dirty="0"/>
              <a:t>Diqqətinizə görə təşəkkürlər!</a:t>
            </a:r>
            <a:endParaRPr lang="en-GB" sz="5400" dirty="0"/>
          </a:p>
        </p:txBody>
      </p:sp>
      <p:pic>
        <p:nvPicPr>
          <p:cNvPr id="10" name="Picture 9" descr="A red container with french fries&#10;&#10;AI-generated content may be incorrect.">
            <a:extLst>
              <a:ext uri="{FF2B5EF4-FFF2-40B4-BE49-F238E27FC236}">
                <a16:creationId xmlns:a16="http://schemas.microsoft.com/office/drawing/2014/main" id="{EE8E2B40-13FE-21E6-2748-9FD609970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182" y="7615477"/>
            <a:ext cx="2117623" cy="2862100"/>
          </a:xfrm>
          <a:prstGeom prst="rect">
            <a:avLst/>
          </a:prstGeom>
        </p:spPr>
      </p:pic>
      <p:pic>
        <p:nvPicPr>
          <p:cNvPr id="12" name="Picture 11" descr="A hamburger and french fries and a happy meal&#10;&#10;AI-generated content may be incorrect.">
            <a:extLst>
              <a:ext uri="{FF2B5EF4-FFF2-40B4-BE49-F238E27FC236}">
                <a16:creationId xmlns:a16="http://schemas.microsoft.com/office/drawing/2014/main" id="{9B5B7600-2D9B-56B2-3507-7A92F43066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727" y="12198300"/>
            <a:ext cx="2996261" cy="2862100"/>
          </a:xfrm>
          <a:prstGeom prst="rect">
            <a:avLst/>
          </a:prstGeom>
        </p:spPr>
      </p:pic>
      <p:pic>
        <p:nvPicPr>
          <p:cNvPr id="8" name="Picture 7" descr="A double cheeseburger with multiple patties&#10;&#10;AI-generated content may be incorrect.">
            <a:extLst>
              <a:ext uri="{FF2B5EF4-FFF2-40B4-BE49-F238E27FC236}">
                <a16:creationId xmlns:a16="http://schemas.microsoft.com/office/drawing/2014/main" id="{C8DA3F37-DF43-8568-CFAB-EC6E0E46FA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96" t="11153" r="-1" b="8817"/>
          <a:stretch/>
        </p:blipFill>
        <p:spPr>
          <a:xfrm>
            <a:off x="532404" y="3405902"/>
            <a:ext cx="2663124" cy="2081288"/>
          </a:xfrm>
          <a:prstGeom prst="rect">
            <a:avLst/>
          </a:prstGeom>
        </p:spPr>
      </p:pic>
      <p:pic>
        <p:nvPicPr>
          <p:cNvPr id="18" name="Picture 17" descr="A double cheeseburger with lettuce and pickles&#10;&#10;AI-generated content may be incorrect.">
            <a:extLst>
              <a:ext uri="{FF2B5EF4-FFF2-40B4-BE49-F238E27FC236}">
                <a16:creationId xmlns:a16="http://schemas.microsoft.com/office/drawing/2014/main" id="{92676360-55BA-29C3-80D7-227EB66492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80" b="6287"/>
          <a:stretch/>
        </p:blipFill>
        <p:spPr>
          <a:xfrm>
            <a:off x="3228068" y="3431248"/>
            <a:ext cx="2663125" cy="2132532"/>
          </a:xfrm>
          <a:prstGeom prst="rect">
            <a:avLst/>
          </a:prstGeom>
        </p:spPr>
      </p:pic>
      <p:pic>
        <p:nvPicPr>
          <p:cNvPr id="22" name="Picture 21" descr="A hamburger with ketchup and mustard&#10;&#10;AI-generated content may be incorrect.">
            <a:extLst>
              <a:ext uri="{FF2B5EF4-FFF2-40B4-BE49-F238E27FC236}">
                <a16:creationId xmlns:a16="http://schemas.microsoft.com/office/drawing/2014/main" id="{1500EC23-6552-13B7-EF3E-8919DD7B98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6" t="6621" r="8608" b="14152"/>
          <a:stretch/>
        </p:blipFill>
        <p:spPr>
          <a:xfrm>
            <a:off x="5842996" y="3750227"/>
            <a:ext cx="2536891" cy="1841595"/>
          </a:xfrm>
          <a:prstGeom prst="rect">
            <a:avLst/>
          </a:prstGeom>
        </p:spPr>
      </p:pic>
      <p:pic>
        <p:nvPicPr>
          <p:cNvPr id="20" name="Picture 19" descr="A cheeseburger with a bun&#10;&#10;AI-generated content may be incorrect.">
            <a:extLst>
              <a:ext uri="{FF2B5EF4-FFF2-40B4-BE49-F238E27FC236}">
                <a16:creationId xmlns:a16="http://schemas.microsoft.com/office/drawing/2014/main" id="{35468DB3-2038-4314-7CC8-4CB74833DB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3" t="14247" r="8388" b="16392"/>
          <a:stretch/>
        </p:blipFill>
        <p:spPr>
          <a:xfrm>
            <a:off x="8443683" y="3572817"/>
            <a:ext cx="2603504" cy="184939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FCB8EE7-DC67-CBC9-9662-7E2FC6DC4EE8}"/>
              </a:ext>
            </a:extLst>
          </p:cNvPr>
          <p:cNvSpPr txBox="1"/>
          <p:nvPr/>
        </p:nvSpPr>
        <p:spPr>
          <a:xfrm>
            <a:off x="5392080" y="841569"/>
            <a:ext cx="1407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Burgerlər</a:t>
            </a:r>
            <a:endParaRPr lang="en-GB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8849CD-19CC-CBE5-A861-9098BBDC7517}"/>
              </a:ext>
            </a:extLst>
          </p:cNvPr>
          <p:cNvSpPr txBox="1"/>
          <p:nvPr/>
        </p:nvSpPr>
        <p:spPr>
          <a:xfrm>
            <a:off x="5161267" y="7092259"/>
            <a:ext cx="186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Kartof frilər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2E8290-84A5-5CFD-681B-2F16EB46EABB}"/>
              </a:ext>
            </a:extLst>
          </p:cNvPr>
          <p:cNvSpPr txBox="1"/>
          <p:nvPr/>
        </p:nvSpPr>
        <p:spPr>
          <a:xfrm>
            <a:off x="8763664" y="11288991"/>
            <a:ext cx="2464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Kombo Menyular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BA49E2-D46D-A1D3-03DF-CC95C86F8F98}"/>
              </a:ext>
            </a:extLst>
          </p:cNvPr>
          <p:cNvSpPr txBox="1"/>
          <p:nvPr/>
        </p:nvSpPr>
        <p:spPr>
          <a:xfrm>
            <a:off x="549214" y="1880444"/>
            <a:ext cx="112127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 dirty="0" err="1">
                <a:effectLst/>
                <a:latin typeface="Roboto" panose="02000000000000000000" pitchFamily="2" charset="0"/>
              </a:rPr>
              <a:t>Burgerlər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bütün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dünyada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uşaqlı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böyüklü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kəs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tərəfindən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çox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sevilir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çox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tez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hazırlanır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aya</a:t>
            </a:r>
            <a:r>
              <a:rPr lang="az-Latn-AZ" sz="2800" b="0" i="0" dirty="0">
                <a:effectLst/>
                <a:latin typeface="Roboto" panose="02000000000000000000" pitchFamily="2" charset="0"/>
              </a:rPr>
              <a:t>q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üstü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yeyilə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bilir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də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dadlı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olur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Qısaca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cəhətdən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əlverişlidir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</a:t>
            </a:r>
            <a:endParaRPr lang="en-GB" sz="2800" dirty="0"/>
          </a:p>
        </p:txBody>
      </p:sp>
      <p:pic>
        <p:nvPicPr>
          <p:cNvPr id="5" name="Picture 4" descr="A bag of french fries&#10;&#10;AI-generated content may be incorrect.">
            <a:extLst>
              <a:ext uri="{FF2B5EF4-FFF2-40B4-BE49-F238E27FC236}">
                <a16:creationId xmlns:a16="http://schemas.microsoft.com/office/drawing/2014/main" id="{588C8EA1-A0BD-9E57-0660-9F1F115CE3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841" y="7934408"/>
            <a:ext cx="2032104" cy="2228965"/>
          </a:xfrm>
          <a:prstGeom prst="rect">
            <a:avLst/>
          </a:prstGeom>
        </p:spPr>
      </p:pic>
      <p:pic>
        <p:nvPicPr>
          <p:cNvPr id="9" name="Picture 8" descr="A french fries in a red container&#10;&#10;AI-generated content may be incorrect.">
            <a:extLst>
              <a:ext uri="{FF2B5EF4-FFF2-40B4-BE49-F238E27FC236}">
                <a16:creationId xmlns:a16="http://schemas.microsoft.com/office/drawing/2014/main" id="{5FF2E800-5807-88B1-02BE-E2069A27BF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042" y="7573702"/>
            <a:ext cx="2616334" cy="29338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4D20A5-DBD9-B14B-EA6E-AA26186F2006}"/>
              </a:ext>
            </a:extLst>
          </p:cNvPr>
          <p:cNvSpPr txBox="1"/>
          <p:nvPr/>
        </p:nvSpPr>
        <p:spPr>
          <a:xfrm>
            <a:off x="2477098" y="11030804"/>
            <a:ext cx="7356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dirty="0">
                <a:solidFill>
                  <a:srgbClr val="222222"/>
                </a:solidFill>
                <a:latin typeface="Roboto" panose="02000000000000000000" pitchFamily="2" charset="0"/>
              </a:rPr>
              <a:t>Kartof Fri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az-Latn-AZ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(French Fries) 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Əsas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yeməyə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dadlı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əlavədir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.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Dadlı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xırçıldayan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qabıqlı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və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içində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yumşaq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kartof</a:t>
            </a:r>
            <a:r>
              <a:rPr lang="az-Latn-AZ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lardır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.</a:t>
            </a:r>
            <a:r>
              <a:rPr lang="az-Latn-AZ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3 növü olur: Kiçik, Orta, Böyük.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74331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uilding with a sign on it&#10;&#10;AI-generated content may be incorrect.">
            <a:extLst>
              <a:ext uri="{FF2B5EF4-FFF2-40B4-BE49-F238E27FC236}">
                <a16:creationId xmlns:a16="http://schemas.microsoft.com/office/drawing/2014/main" id="{3B1CF06E-FDE0-F717-3EFB-50CF9368D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/>
        </p:blipFill>
        <p:spPr>
          <a:xfrm>
            <a:off x="0" y="-7646089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8F23A4-8AFD-A7C8-E245-D685D5E87B5C}"/>
              </a:ext>
            </a:extLst>
          </p:cNvPr>
          <p:cNvSpPr/>
          <p:nvPr/>
        </p:nvSpPr>
        <p:spPr>
          <a:xfrm>
            <a:off x="59566" y="-7176138"/>
            <a:ext cx="12192000" cy="6858000"/>
          </a:xfrm>
          <a:prstGeom prst="rect">
            <a:avLst/>
          </a:prstGeom>
          <a:solidFill>
            <a:srgbClr val="EA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 descr="A red and yellow logo&#10;&#10;AI-generated content may be incorrect.">
            <a:extLst>
              <a:ext uri="{FF2B5EF4-FFF2-40B4-BE49-F238E27FC236}">
                <a16:creationId xmlns:a16="http://schemas.microsoft.com/office/drawing/2014/main" id="{2F42E700-49CE-D5E4-3119-13231F95F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385" y="-5284746"/>
            <a:ext cx="3075215" cy="30752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855B3F-983C-9CBD-A125-36B2807F96A3}"/>
              </a:ext>
            </a:extLst>
          </p:cNvPr>
          <p:cNvSpPr txBox="1"/>
          <p:nvPr/>
        </p:nvSpPr>
        <p:spPr>
          <a:xfrm>
            <a:off x="1765415" y="-2035776"/>
            <a:ext cx="8657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5400" dirty="0"/>
              <a:t>Diqqətinizə görə təşəkkürlər!</a:t>
            </a:r>
            <a:endParaRPr lang="en-GB" sz="5400" dirty="0"/>
          </a:p>
        </p:txBody>
      </p:sp>
      <p:pic>
        <p:nvPicPr>
          <p:cNvPr id="10" name="Picture 9" descr="A red container with french fries&#10;&#10;AI-generated content may be incorrect.">
            <a:extLst>
              <a:ext uri="{FF2B5EF4-FFF2-40B4-BE49-F238E27FC236}">
                <a16:creationId xmlns:a16="http://schemas.microsoft.com/office/drawing/2014/main" id="{EE8E2B40-13FE-21E6-2748-9FD609970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182" y="2498731"/>
            <a:ext cx="2117623" cy="2862100"/>
          </a:xfrm>
          <a:prstGeom prst="rect">
            <a:avLst/>
          </a:prstGeom>
        </p:spPr>
      </p:pic>
      <p:pic>
        <p:nvPicPr>
          <p:cNvPr id="12" name="Picture 11" descr="A hamburger and french fries and a happy meal&#10;&#10;AI-generated content may be incorrect.">
            <a:extLst>
              <a:ext uri="{FF2B5EF4-FFF2-40B4-BE49-F238E27FC236}">
                <a16:creationId xmlns:a16="http://schemas.microsoft.com/office/drawing/2014/main" id="{9B5B7600-2D9B-56B2-3507-7A92F43066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433" y="8184575"/>
            <a:ext cx="2996261" cy="2862100"/>
          </a:xfrm>
          <a:prstGeom prst="rect">
            <a:avLst/>
          </a:prstGeom>
        </p:spPr>
      </p:pic>
      <p:pic>
        <p:nvPicPr>
          <p:cNvPr id="8" name="Picture 7" descr="A double cheeseburger with multiple patties&#10;&#10;AI-generated content may be incorrect.">
            <a:extLst>
              <a:ext uri="{FF2B5EF4-FFF2-40B4-BE49-F238E27FC236}">
                <a16:creationId xmlns:a16="http://schemas.microsoft.com/office/drawing/2014/main" id="{C8DA3F37-DF43-8568-CFAB-EC6E0E46FA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96" t="11153" r="-1" b="8817"/>
          <a:stretch/>
        </p:blipFill>
        <p:spPr>
          <a:xfrm>
            <a:off x="532404" y="13853402"/>
            <a:ext cx="2663124" cy="2081288"/>
          </a:xfrm>
          <a:prstGeom prst="rect">
            <a:avLst/>
          </a:prstGeom>
        </p:spPr>
      </p:pic>
      <p:pic>
        <p:nvPicPr>
          <p:cNvPr id="18" name="Picture 17" descr="A double cheeseburger with lettuce and pickles&#10;&#10;AI-generated content may be incorrect.">
            <a:extLst>
              <a:ext uri="{FF2B5EF4-FFF2-40B4-BE49-F238E27FC236}">
                <a16:creationId xmlns:a16="http://schemas.microsoft.com/office/drawing/2014/main" id="{92676360-55BA-29C3-80D7-227EB66492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80" b="6287"/>
          <a:stretch/>
        </p:blipFill>
        <p:spPr>
          <a:xfrm>
            <a:off x="3228068" y="13878748"/>
            <a:ext cx="2663125" cy="2132532"/>
          </a:xfrm>
          <a:prstGeom prst="rect">
            <a:avLst/>
          </a:prstGeom>
        </p:spPr>
      </p:pic>
      <p:pic>
        <p:nvPicPr>
          <p:cNvPr id="22" name="Picture 21" descr="A hamburger with ketchup and mustard&#10;&#10;AI-generated content may be incorrect.">
            <a:extLst>
              <a:ext uri="{FF2B5EF4-FFF2-40B4-BE49-F238E27FC236}">
                <a16:creationId xmlns:a16="http://schemas.microsoft.com/office/drawing/2014/main" id="{1500EC23-6552-13B7-EF3E-8919DD7B98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6" t="6621" r="8608" b="14152"/>
          <a:stretch/>
        </p:blipFill>
        <p:spPr>
          <a:xfrm>
            <a:off x="5842996" y="14197727"/>
            <a:ext cx="2536891" cy="1841595"/>
          </a:xfrm>
          <a:prstGeom prst="rect">
            <a:avLst/>
          </a:prstGeom>
        </p:spPr>
      </p:pic>
      <p:pic>
        <p:nvPicPr>
          <p:cNvPr id="20" name="Picture 19" descr="A cheeseburger with a bun&#10;&#10;AI-generated content may be incorrect.">
            <a:extLst>
              <a:ext uri="{FF2B5EF4-FFF2-40B4-BE49-F238E27FC236}">
                <a16:creationId xmlns:a16="http://schemas.microsoft.com/office/drawing/2014/main" id="{35468DB3-2038-4314-7CC8-4CB74833DB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3" t="14247" r="8388" b="16392"/>
          <a:stretch/>
        </p:blipFill>
        <p:spPr>
          <a:xfrm>
            <a:off x="8443683" y="14020317"/>
            <a:ext cx="2603504" cy="184939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FCB8EE7-DC67-CBC9-9662-7E2FC6DC4EE8}"/>
              </a:ext>
            </a:extLst>
          </p:cNvPr>
          <p:cNvSpPr txBox="1"/>
          <p:nvPr/>
        </p:nvSpPr>
        <p:spPr>
          <a:xfrm>
            <a:off x="5392080" y="11289069"/>
            <a:ext cx="1407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Burgerlər</a:t>
            </a:r>
            <a:endParaRPr lang="en-GB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8849CD-19CC-CBE5-A861-9098BBDC7517}"/>
              </a:ext>
            </a:extLst>
          </p:cNvPr>
          <p:cNvSpPr txBox="1"/>
          <p:nvPr/>
        </p:nvSpPr>
        <p:spPr>
          <a:xfrm>
            <a:off x="5161272" y="980298"/>
            <a:ext cx="186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Kartof frilər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2E8290-84A5-5CFD-681B-2F16EB46EABB}"/>
              </a:ext>
            </a:extLst>
          </p:cNvPr>
          <p:cNvSpPr txBox="1"/>
          <p:nvPr/>
        </p:nvSpPr>
        <p:spPr>
          <a:xfrm>
            <a:off x="4923371" y="7403107"/>
            <a:ext cx="2464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Kombo Menyular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BA49E2-D46D-A1D3-03DF-CC95C86F8F98}"/>
              </a:ext>
            </a:extLst>
          </p:cNvPr>
          <p:cNvSpPr txBox="1"/>
          <p:nvPr/>
        </p:nvSpPr>
        <p:spPr>
          <a:xfrm>
            <a:off x="549214" y="12327944"/>
            <a:ext cx="112127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 dirty="0" err="1">
                <a:effectLst/>
                <a:latin typeface="Roboto" panose="02000000000000000000" pitchFamily="2" charset="0"/>
              </a:rPr>
              <a:t>Burgerlər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bütün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dünyada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uşaqlı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böyüklü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kəs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tərəfindən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çox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sevilir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çox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tez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hazırlanır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aya</a:t>
            </a:r>
            <a:r>
              <a:rPr lang="az-Latn-AZ" sz="2800" b="0" i="0" dirty="0">
                <a:effectLst/>
                <a:latin typeface="Roboto" panose="02000000000000000000" pitchFamily="2" charset="0"/>
              </a:rPr>
              <a:t>q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üstü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yeyilə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bilir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həm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də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dadlı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olur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Qısaca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hər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cəhətdən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2800" b="0" i="0" dirty="0" err="1">
                <a:effectLst/>
                <a:latin typeface="Roboto" panose="02000000000000000000" pitchFamily="2" charset="0"/>
              </a:rPr>
              <a:t>əlverişlidir</a:t>
            </a:r>
            <a:r>
              <a:rPr lang="en-GB" sz="2800" b="0" i="0" dirty="0">
                <a:effectLst/>
                <a:latin typeface="Roboto" panose="02000000000000000000" pitchFamily="2" charset="0"/>
              </a:rPr>
              <a:t>.</a:t>
            </a:r>
            <a:endParaRPr lang="en-GB" sz="2800" dirty="0"/>
          </a:p>
        </p:txBody>
      </p:sp>
      <p:pic>
        <p:nvPicPr>
          <p:cNvPr id="5" name="Picture 4" descr="A bag of french fries&#10;&#10;AI-generated content may be incorrect.">
            <a:extLst>
              <a:ext uri="{FF2B5EF4-FFF2-40B4-BE49-F238E27FC236}">
                <a16:creationId xmlns:a16="http://schemas.microsoft.com/office/drawing/2014/main" id="{588C8EA1-A0BD-9E57-0660-9F1F115CE3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841" y="2817662"/>
            <a:ext cx="2032104" cy="2228965"/>
          </a:xfrm>
          <a:prstGeom prst="rect">
            <a:avLst/>
          </a:prstGeom>
        </p:spPr>
      </p:pic>
      <p:pic>
        <p:nvPicPr>
          <p:cNvPr id="9" name="Picture 8" descr="A french fries in a red container&#10;&#10;AI-generated content may be incorrect.">
            <a:extLst>
              <a:ext uri="{FF2B5EF4-FFF2-40B4-BE49-F238E27FC236}">
                <a16:creationId xmlns:a16="http://schemas.microsoft.com/office/drawing/2014/main" id="{5FF2E800-5807-88B1-02BE-E2069A27BF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042" y="2456956"/>
            <a:ext cx="2616334" cy="29338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4D20A5-DBD9-B14B-EA6E-AA26186F2006}"/>
              </a:ext>
            </a:extLst>
          </p:cNvPr>
          <p:cNvSpPr txBox="1"/>
          <p:nvPr/>
        </p:nvSpPr>
        <p:spPr>
          <a:xfrm>
            <a:off x="2477098" y="5700048"/>
            <a:ext cx="7356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dirty="0">
                <a:solidFill>
                  <a:srgbClr val="222222"/>
                </a:solidFill>
                <a:latin typeface="Roboto" panose="02000000000000000000" pitchFamily="2" charset="0"/>
              </a:rPr>
              <a:t>Kartof Fri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az-Latn-AZ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(French Fries) 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Əsas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yeməyə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dadlı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əlavədir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.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Dadlı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xırçıldayan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qabıqlı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və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içində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yumşaq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kartof</a:t>
            </a:r>
            <a:r>
              <a:rPr lang="az-Latn-AZ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lardır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.</a:t>
            </a:r>
            <a:r>
              <a:rPr lang="az-Latn-AZ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3 növü olur: Kiçik, Orta, Böyük.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E30D25-CB69-618F-014C-1E63A4F6F57F}"/>
              </a:ext>
            </a:extLst>
          </p:cNvPr>
          <p:cNvSpPr txBox="1"/>
          <p:nvPr/>
        </p:nvSpPr>
        <p:spPr>
          <a:xfrm>
            <a:off x="1118353" y="7892283"/>
            <a:ext cx="10074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Kombo menyular, adətən alıcılara müəyyən yeməkləri bütöv olaraq vermək üçündür. Həmdə, Kombo Menyular digərlərindən daha sərfəli olur.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521308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uilding with a sign on it&#10;&#10;AI-generated content may be incorrect.">
            <a:extLst>
              <a:ext uri="{FF2B5EF4-FFF2-40B4-BE49-F238E27FC236}">
                <a16:creationId xmlns:a16="http://schemas.microsoft.com/office/drawing/2014/main" id="{3B1CF06E-FDE0-F717-3EFB-50CF9368D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/>
        </p:blipFill>
        <p:spPr>
          <a:xfrm>
            <a:off x="0" y="-7646089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8F23A4-8AFD-A7C8-E245-D685D5E87B5C}"/>
              </a:ext>
            </a:extLst>
          </p:cNvPr>
          <p:cNvSpPr/>
          <p:nvPr/>
        </p:nvSpPr>
        <p:spPr>
          <a:xfrm>
            <a:off x="-5554" y="-7176138"/>
            <a:ext cx="12192000" cy="6858000"/>
          </a:xfrm>
          <a:prstGeom prst="rect">
            <a:avLst/>
          </a:prstGeom>
          <a:solidFill>
            <a:srgbClr val="EA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 descr="A red and yellow logo&#10;&#10;AI-generated content may be incorrect.">
            <a:extLst>
              <a:ext uri="{FF2B5EF4-FFF2-40B4-BE49-F238E27FC236}">
                <a16:creationId xmlns:a16="http://schemas.microsoft.com/office/drawing/2014/main" id="{2F42E700-49CE-D5E4-3119-13231F95F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265" y="-5284746"/>
            <a:ext cx="3075215" cy="30752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855B3F-983C-9CBD-A125-36B2807F96A3}"/>
              </a:ext>
            </a:extLst>
          </p:cNvPr>
          <p:cNvSpPr txBox="1"/>
          <p:nvPr/>
        </p:nvSpPr>
        <p:spPr>
          <a:xfrm>
            <a:off x="1700295" y="-2035776"/>
            <a:ext cx="8657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5400" dirty="0"/>
              <a:t>Diqqətinizə görə təşəkkürlər!</a:t>
            </a:r>
            <a:endParaRPr lang="en-GB" sz="5400" dirty="0"/>
          </a:p>
        </p:txBody>
      </p:sp>
      <p:pic>
        <p:nvPicPr>
          <p:cNvPr id="10" name="Picture 9" descr="A red container with french fries&#10;&#10;AI-generated content may be incorrect.">
            <a:extLst>
              <a:ext uri="{FF2B5EF4-FFF2-40B4-BE49-F238E27FC236}">
                <a16:creationId xmlns:a16="http://schemas.microsoft.com/office/drawing/2014/main" id="{EE8E2B40-13FE-21E6-2748-9FD609970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182" y="9444276"/>
            <a:ext cx="2117623" cy="2862100"/>
          </a:xfrm>
          <a:prstGeom prst="rect">
            <a:avLst/>
          </a:prstGeom>
        </p:spPr>
      </p:pic>
      <p:pic>
        <p:nvPicPr>
          <p:cNvPr id="12" name="Picture 11" descr="A hamburger and french fries and a happy meal&#10;&#10;AI-generated content may be incorrect.">
            <a:extLst>
              <a:ext uri="{FF2B5EF4-FFF2-40B4-BE49-F238E27FC236}">
                <a16:creationId xmlns:a16="http://schemas.microsoft.com/office/drawing/2014/main" id="{9B5B7600-2D9B-56B2-3507-7A92F43066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433" y="1783780"/>
            <a:ext cx="2996261" cy="28621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FCB8EE7-DC67-CBC9-9662-7E2FC6DC4EE8}"/>
              </a:ext>
            </a:extLst>
          </p:cNvPr>
          <p:cNvSpPr txBox="1"/>
          <p:nvPr/>
        </p:nvSpPr>
        <p:spPr>
          <a:xfrm>
            <a:off x="5392080" y="11289069"/>
            <a:ext cx="1407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Burgerlər</a:t>
            </a:r>
            <a:endParaRPr lang="en-GB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8849CD-19CC-CBE5-A861-9098BBDC7517}"/>
              </a:ext>
            </a:extLst>
          </p:cNvPr>
          <p:cNvSpPr txBox="1"/>
          <p:nvPr/>
        </p:nvSpPr>
        <p:spPr>
          <a:xfrm>
            <a:off x="5161272" y="7925843"/>
            <a:ext cx="186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Kartof frilər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2E8290-84A5-5CFD-681B-2F16EB46EABB}"/>
              </a:ext>
            </a:extLst>
          </p:cNvPr>
          <p:cNvSpPr txBox="1"/>
          <p:nvPr/>
        </p:nvSpPr>
        <p:spPr>
          <a:xfrm>
            <a:off x="4923371" y="535382"/>
            <a:ext cx="2464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Kombo Menyular</a:t>
            </a:r>
            <a:endParaRPr lang="en-GB" sz="2400" dirty="0"/>
          </a:p>
        </p:txBody>
      </p:sp>
      <p:pic>
        <p:nvPicPr>
          <p:cNvPr id="5" name="Picture 4" descr="A bag of french fries&#10;&#10;AI-generated content may be incorrect.">
            <a:extLst>
              <a:ext uri="{FF2B5EF4-FFF2-40B4-BE49-F238E27FC236}">
                <a16:creationId xmlns:a16="http://schemas.microsoft.com/office/drawing/2014/main" id="{588C8EA1-A0BD-9E57-0660-9F1F115CE3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841" y="9763207"/>
            <a:ext cx="2032104" cy="2228965"/>
          </a:xfrm>
          <a:prstGeom prst="rect">
            <a:avLst/>
          </a:prstGeom>
        </p:spPr>
      </p:pic>
      <p:pic>
        <p:nvPicPr>
          <p:cNvPr id="9" name="Picture 8" descr="A french fries in a red container&#10;&#10;AI-generated content may be incorrect.">
            <a:extLst>
              <a:ext uri="{FF2B5EF4-FFF2-40B4-BE49-F238E27FC236}">
                <a16:creationId xmlns:a16="http://schemas.microsoft.com/office/drawing/2014/main" id="{5FF2E800-5807-88B1-02BE-E2069A27BF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042" y="9402501"/>
            <a:ext cx="2616334" cy="29338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4D20A5-DBD9-B14B-EA6E-AA26186F2006}"/>
              </a:ext>
            </a:extLst>
          </p:cNvPr>
          <p:cNvSpPr txBox="1"/>
          <p:nvPr/>
        </p:nvSpPr>
        <p:spPr>
          <a:xfrm>
            <a:off x="2477098" y="12645593"/>
            <a:ext cx="7356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dirty="0">
                <a:solidFill>
                  <a:srgbClr val="222222"/>
                </a:solidFill>
                <a:latin typeface="Roboto" panose="02000000000000000000" pitchFamily="2" charset="0"/>
              </a:rPr>
              <a:t>Kartof Fri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az-Latn-AZ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(French Fries) 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Əsas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yeməyə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dadlı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əlavədir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.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Dadlı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xırçıldayan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qabıqlı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və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içində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yumşaq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kartof</a:t>
            </a:r>
            <a:r>
              <a:rPr lang="az-Latn-AZ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lardır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.</a:t>
            </a:r>
            <a:r>
              <a:rPr lang="az-Latn-AZ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3 növü olur: Kiçik, Orta, Böyük.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E30D25-CB69-618F-014C-1E63A4F6F57F}"/>
              </a:ext>
            </a:extLst>
          </p:cNvPr>
          <p:cNvSpPr txBox="1"/>
          <p:nvPr/>
        </p:nvSpPr>
        <p:spPr>
          <a:xfrm>
            <a:off x="1118353" y="5557647"/>
            <a:ext cx="10074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Kombo menyular, adətən alıcılara müəyyən yeməkləri bütöv olaraq vermək üçündür. Həmdə, Kombo Menyular digərlərindən daha sərfəli olur.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76414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uilding with a sign on it&#10;&#10;AI-generated content may be incorrect.">
            <a:extLst>
              <a:ext uri="{FF2B5EF4-FFF2-40B4-BE49-F238E27FC236}">
                <a16:creationId xmlns:a16="http://schemas.microsoft.com/office/drawing/2014/main" id="{3B1CF06E-FDE0-F717-3EFB-50CF9368D7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/>
        </p:blipFill>
        <p:spPr>
          <a:xfrm>
            <a:off x="0" y="-7646089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8F23A4-8AFD-A7C8-E245-D685D5E87B5C}"/>
              </a:ext>
            </a:extLst>
          </p:cNvPr>
          <p:cNvSpPr/>
          <p:nvPr/>
        </p:nvSpPr>
        <p:spPr>
          <a:xfrm>
            <a:off x="-5554" y="2875"/>
            <a:ext cx="12192000" cy="6858000"/>
          </a:xfrm>
          <a:prstGeom prst="rect">
            <a:avLst/>
          </a:prstGeom>
          <a:solidFill>
            <a:srgbClr val="EA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 descr="A red and yellow logo&#10;&#10;AI-generated content may be incorrect.">
            <a:extLst>
              <a:ext uri="{FF2B5EF4-FFF2-40B4-BE49-F238E27FC236}">
                <a16:creationId xmlns:a16="http://schemas.microsoft.com/office/drawing/2014/main" id="{2F42E700-49CE-D5E4-3119-13231F95F0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265" y="1894267"/>
            <a:ext cx="3075215" cy="30752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855B3F-983C-9CBD-A125-36B2807F96A3}"/>
              </a:ext>
            </a:extLst>
          </p:cNvPr>
          <p:cNvSpPr txBox="1"/>
          <p:nvPr/>
        </p:nvSpPr>
        <p:spPr>
          <a:xfrm>
            <a:off x="1700295" y="5143237"/>
            <a:ext cx="8657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5400" dirty="0"/>
              <a:t>Diqqətinizə görə təşəkkürlər!</a:t>
            </a:r>
            <a:endParaRPr lang="en-GB" sz="5400" dirty="0"/>
          </a:p>
        </p:txBody>
      </p:sp>
      <p:pic>
        <p:nvPicPr>
          <p:cNvPr id="10" name="Picture 9" descr="A red container with french fries&#10;&#10;AI-generated content may be incorrect.">
            <a:extLst>
              <a:ext uri="{FF2B5EF4-FFF2-40B4-BE49-F238E27FC236}">
                <a16:creationId xmlns:a16="http://schemas.microsoft.com/office/drawing/2014/main" id="{EE8E2B40-13FE-21E6-2748-9FD6099705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182" y="9444276"/>
            <a:ext cx="2117623" cy="2862100"/>
          </a:xfrm>
          <a:prstGeom prst="rect">
            <a:avLst/>
          </a:prstGeom>
        </p:spPr>
      </p:pic>
      <p:pic>
        <p:nvPicPr>
          <p:cNvPr id="12" name="Picture 11" descr="A hamburger and french fries and a happy meal&#10;&#10;AI-generated content may be incorrect.">
            <a:extLst>
              <a:ext uri="{FF2B5EF4-FFF2-40B4-BE49-F238E27FC236}">
                <a16:creationId xmlns:a16="http://schemas.microsoft.com/office/drawing/2014/main" id="{9B5B7600-2D9B-56B2-3507-7A92F43066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433" y="8904424"/>
            <a:ext cx="2996261" cy="28621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FCB8EE7-DC67-CBC9-9662-7E2FC6DC4EE8}"/>
              </a:ext>
            </a:extLst>
          </p:cNvPr>
          <p:cNvSpPr txBox="1"/>
          <p:nvPr/>
        </p:nvSpPr>
        <p:spPr>
          <a:xfrm>
            <a:off x="5392080" y="11289069"/>
            <a:ext cx="1407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Burgerlər</a:t>
            </a:r>
            <a:endParaRPr lang="en-GB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8849CD-19CC-CBE5-A861-9098BBDC7517}"/>
              </a:ext>
            </a:extLst>
          </p:cNvPr>
          <p:cNvSpPr txBox="1"/>
          <p:nvPr/>
        </p:nvSpPr>
        <p:spPr>
          <a:xfrm>
            <a:off x="5161272" y="7925843"/>
            <a:ext cx="186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Kartof frilər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2E8290-84A5-5CFD-681B-2F16EB46EABB}"/>
              </a:ext>
            </a:extLst>
          </p:cNvPr>
          <p:cNvSpPr txBox="1"/>
          <p:nvPr/>
        </p:nvSpPr>
        <p:spPr>
          <a:xfrm>
            <a:off x="4923371" y="7656026"/>
            <a:ext cx="2464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Kombo Menyular</a:t>
            </a:r>
            <a:endParaRPr lang="en-GB" sz="2400" dirty="0"/>
          </a:p>
        </p:txBody>
      </p:sp>
      <p:pic>
        <p:nvPicPr>
          <p:cNvPr id="5" name="Picture 4" descr="A bag of french fries&#10;&#10;AI-generated content may be incorrect.">
            <a:extLst>
              <a:ext uri="{FF2B5EF4-FFF2-40B4-BE49-F238E27FC236}">
                <a16:creationId xmlns:a16="http://schemas.microsoft.com/office/drawing/2014/main" id="{588C8EA1-A0BD-9E57-0660-9F1F115CE3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841" y="9763207"/>
            <a:ext cx="2032104" cy="2228965"/>
          </a:xfrm>
          <a:prstGeom prst="rect">
            <a:avLst/>
          </a:prstGeom>
        </p:spPr>
      </p:pic>
      <p:pic>
        <p:nvPicPr>
          <p:cNvPr id="9" name="Picture 8" descr="A french fries in a red container&#10;&#10;AI-generated content may be incorrect.">
            <a:extLst>
              <a:ext uri="{FF2B5EF4-FFF2-40B4-BE49-F238E27FC236}">
                <a16:creationId xmlns:a16="http://schemas.microsoft.com/office/drawing/2014/main" id="{5FF2E800-5807-88B1-02BE-E2069A27BF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042" y="9402501"/>
            <a:ext cx="2616334" cy="29338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4D20A5-DBD9-B14B-EA6E-AA26186F2006}"/>
              </a:ext>
            </a:extLst>
          </p:cNvPr>
          <p:cNvSpPr txBox="1"/>
          <p:nvPr/>
        </p:nvSpPr>
        <p:spPr>
          <a:xfrm>
            <a:off x="2477098" y="12645593"/>
            <a:ext cx="7356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dirty="0">
                <a:solidFill>
                  <a:srgbClr val="222222"/>
                </a:solidFill>
                <a:latin typeface="Roboto" panose="02000000000000000000" pitchFamily="2" charset="0"/>
              </a:rPr>
              <a:t>Kartof Fri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az-Latn-AZ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(French Fries) 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Əsas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yeməyə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dadlı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əlavədir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.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Dadlı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xırçıldayan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qabıqlı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və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içində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yumşaq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kartof</a:t>
            </a:r>
            <a:r>
              <a:rPr lang="az-Latn-AZ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lardır</a:t>
            </a:r>
            <a:r>
              <a:rPr lang="en-GB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.</a:t>
            </a:r>
            <a:r>
              <a:rPr lang="az-Latn-AZ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3 növü olur: Kiçik, Orta, Böyük.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E30D25-CB69-618F-014C-1E63A4F6F57F}"/>
              </a:ext>
            </a:extLst>
          </p:cNvPr>
          <p:cNvSpPr txBox="1"/>
          <p:nvPr/>
        </p:nvSpPr>
        <p:spPr>
          <a:xfrm>
            <a:off x="1118353" y="12678291"/>
            <a:ext cx="10074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dirty="0"/>
              <a:t>Kombo menyular, adətən alıcılara müəyyən yeməkləri bütöv olaraq vermək üçündür. Həmdə, Kombo Menyular digərlərindən daha sərfəli olur.</a:t>
            </a:r>
            <a:endParaRPr lang="en-GB" sz="2400" dirty="0"/>
          </a:p>
        </p:txBody>
      </p:sp>
      <p:pic>
        <p:nvPicPr>
          <p:cNvPr id="3" name="mcdonalds-whistle">
            <a:hlinkClick r:id="" action="ppaction://media"/>
            <a:extLst>
              <a:ext uri="{FF2B5EF4-FFF2-40B4-BE49-F238E27FC236}">
                <a16:creationId xmlns:a16="http://schemas.microsoft.com/office/drawing/2014/main" id="{F784E48A-3CA9-6F0C-1761-CF1B8F70C6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825903" y="713911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21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713</Words>
  <Application>Microsoft Office PowerPoint</Application>
  <PresentationFormat>Widescreen</PresentationFormat>
  <Paragraphs>62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2025-08-23T17:01:40Z</dcterms:created>
  <dcterms:modified xsi:type="dcterms:W3CDTF">2025-08-23T19:34:05Z</dcterms:modified>
</cp:coreProperties>
</file>